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73" r:id="rId7"/>
    <p:sldId id="275" r:id="rId8"/>
  </p:sldIdLst>
  <p:sldSz cx="9144000" cy="5143500" type="screen16x9"/>
  <p:notesSz cx="6858000" cy="9144000"/>
  <p:embeddedFontLst>
    <p:embeddedFont>
      <p:font typeface="Abd Elrady Pro" panose="020F0803030102020204" pitchFamily="34" charset="-78"/>
      <p:bold r:id="rId10"/>
    </p:embeddedFont>
    <p:embeddedFont>
      <p:font typeface="Bebas Neue" panose="020B0606020202050201" pitchFamily="34" charset="0"/>
      <p:regular r:id="rId11"/>
    </p:embeddedFont>
    <p:embeddedFont>
      <p:font typeface="Days One" panose="020B0604020202020204" charset="0"/>
      <p:regular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A79E0F-85B7-4C97-B3C3-810BE7D0B3FF}">
  <a:tblStyle styleId="{63A79E0F-85B7-4C97-B3C3-810BE7D0B3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1ee2869b1e1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1ee2869b1e1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aa3d063a2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aa3d063a2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2aa3d063a2b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2aa3d063a2b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aa3d063a2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aa3d063a2b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10" name="Google Shape;10;p2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" name="Google Shape;36;p2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37" name="Google Shape;37;p2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" name="Google Shape;43;p2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44" name="Google Shape;44;p2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814850" y="1633725"/>
            <a:ext cx="5514300" cy="20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>
                <a:latin typeface="Days One"/>
                <a:ea typeface="Days One"/>
                <a:cs typeface="Days One"/>
                <a:sym typeface="Day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2301625" y="3686200"/>
            <a:ext cx="4540800" cy="4605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4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97" name="Google Shape;97;p4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4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4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4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4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4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4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4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4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4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4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108;p4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4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4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4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4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4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4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4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3" name="Google Shape;123;p4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124" name="Google Shape;124;p4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125" name="Google Shape;125;p4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720000" y="1514050"/>
            <a:ext cx="7704000" cy="30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6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186" name="Google Shape;186;p6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6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6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6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6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6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6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6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6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6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6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6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6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6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6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6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6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6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6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6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6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6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6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6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6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6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2" name="Google Shape;212;p6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213" name="Google Shape;213;p6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5" name="Google Shape;225;p6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7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228" name="Google Shape;228;p7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229;p7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7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231;p7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7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Google Shape;233;p7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" name="Google Shape;234;p7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" name="Google Shape;235;p7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7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7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7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7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7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7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7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7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7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7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7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7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7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7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7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" name="Google Shape;251;p7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7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7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4" name="Google Shape;254;p7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255" name="Google Shape;255;p7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256" name="Google Shape;256;p7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7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262" name="Google Shape;262;p7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7" name="Google Shape;267;p7"/>
          <p:cNvSpPr txBox="1">
            <a:spLocks noGrp="1"/>
          </p:cNvSpPr>
          <p:nvPr>
            <p:ph type="body" idx="1"/>
          </p:nvPr>
        </p:nvSpPr>
        <p:spPr>
          <a:xfrm>
            <a:off x="4381025" y="1970075"/>
            <a:ext cx="3867000" cy="24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8" name="Google Shape;268;p7"/>
          <p:cNvSpPr>
            <a:spLocks noGrp="1"/>
          </p:cNvSpPr>
          <p:nvPr>
            <p:ph type="pic" idx="2"/>
          </p:nvPr>
        </p:nvSpPr>
        <p:spPr>
          <a:xfrm>
            <a:off x="896750" y="1970075"/>
            <a:ext cx="3217500" cy="249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9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314" name="Google Shape;314;p9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9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6" name="Google Shape;316;p9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9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Google Shape;318;p9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9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9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9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9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9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9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9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9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9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9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9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9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332;p9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333;p9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9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9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9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9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9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9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0" name="Google Shape;340;p9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341" name="Google Shape;341;p9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342" name="Google Shape;342;p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7" name="Google Shape;347;p9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348" name="Google Shape;348;p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3" name="Google Shape;353;p9"/>
          <p:cNvSpPr txBox="1">
            <a:spLocks noGrp="1"/>
          </p:cNvSpPr>
          <p:nvPr>
            <p:ph type="subTitle" idx="1"/>
          </p:nvPr>
        </p:nvSpPr>
        <p:spPr>
          <a:xfrm>
            <a:off x="896400" y="1812275"/>
            <a:ext cx="35508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9"/>
          <p:cNvSpPr txBox="1">
            <a:spLocks noGrp="1"/>
          </p:cNvSpPr>
          <p:nvPr>
            <p:ph type="subTitle" idx="2"/>
          </p:nvPr>
        </p:nvSpPr>
        <p:spPr>
          <a:xfrm>
            <a:off x="4696925" y="1812275"/>
            <a:ext cx="35508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2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16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541" name="Google Shape;541;p16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2" name="Google Shape;542;p16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16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16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16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6" name="Google Shape;546;p16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7" name="Google Shape;547;p16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548;p16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549;p16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0" name="Google Shape;550;p16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1" name="Google Shape;551;p16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16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553;p16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p16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16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16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16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8" name="Google Shape;558;p16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16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16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16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16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16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16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16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16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7" name="Google Shape;567;p16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568" name="Google Shape;568;p16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569" name="Google Shape;569;p1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1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1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1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16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575" name="Google Shape;575;p1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1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1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80" name="Google Shape;580;p16"/>
          <p:cNvSpPr txBox="1">
            <a:spLocks noGrp="1"/>
          </p:cNvSpPr>
          <p:nvPr>
            <p:ph type="subTitle" idx="1"/>
          </p:nvPr>
        </p:nvSpPr>
        <p:spPr>
          <a:xfrm>
            <a:off x="1908800" y="2496427"/>
            <a:ext cx="23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16"/>
          <p:cNvSpPr txBox="1">
            <a:spLocks noGrp="1"/>
          </p:cNvSpPr>
          <p:nvPr>
            <p:ph type="subTitle" idx="2"/>
          </p:nvPr>
        </p:nvSpPr>
        <p:spPr>
          <a:xfrm>
            <a:off x="5687849" y="2496427"/>
            <a:ext cx="23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16"/>
          <p:cNvSpPr txBox="1">
            <a:spLocks noGrp="1"/>
          </p:cNvSpPr>
          <p:nvPr>
            <p:ph type="subTitle" idx="3"/>
          </p:nvPr>
        </p:nvSpPr>
        <p:spPr>
          <a:xfrm>
            <a:off x="1908800" y="3861677"/>
            <a:ext cx="23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16"/>
          <p:cNvSpPr txBox="1">
            <a:spLocks noGrp="1"/>
          </p:cNvSpPr>
          <p:nvPr>
            <p:ph type="subTitle" idx="4"/>
          </p:nvPr>
        </p:nvSpPr>
        <p:spPr>
          <a:xfrm>
            <a:off x="5687849" y="3861677"/>
            <a:ext cx="23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16"/>
          <p:cNvSpPr txBox="1">
            <a:spLocks noGrp="1"/>
          </p:cNvSpPr>
          <p:nvPr>
            <p:ph type="title" hasCustomPrompt="1"/>
          </p:nvPr>
        </p:nvSpPr>
        <p:spPr>
          <a:xfrm>
            <a:off x="1074761" y="1987721"/>
            <a:ext cx="733500" cy="4476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5" name="Google Shape;585;p16"/>
          <p:cNvSpPr txBox="1">
            <a:spLocks noGrp="1"/>
          </p:cNvSpPr>
          <p:nvPr>
            <p:ph type="title" idx="5" hasCustomPrompt="1"/>
          </p:nvPr>
        </p:nvSpPr>
        <p:spPr>
          <a:xfrm>
            <a:off x="1074761" y="3351821"/>
            <a:ext cx="731400" cy="4476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6" name="Google Shape;586;p16"/>
          <p:cNvSpPr txBox="1">
            <a:spLocks noGrp="1"/>
          </p:cNvSpPr>
          <p:nvPr>
            <p:ph type="title" idx="6" hasCustomPrompt="1"/>
          </p:nvPr>
        </p:nvSpPr>
        <p:spPr>
          <a:xfrm>
            <a:off x="4853776" y="1988358"/>
            <a:ext cx="731400" cy="4464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7" name="Google Shape;587;p16"/>
          <p:cNvSpPr txBox="1">
            <a:spLocks noGrp="1"/>
          </p:cNvSpPr>
          <p:nvPr>
            <p:ph type="title" idx="7" hasCustomPrompt="1"/>
          </p:nvPr>
        </p:nvSpPr>
        <p:spPr>
          <a:xfrm>
            <a:off x="4853776" y="3351822"/>
            <a:ext cx="731400" cy="4476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8" name="Google Shape;588;p16"/>
          <p:cNvSpPr txBox="1">
            <a:spLocks noGrp="1"/>
          </p:cNvSpPr>
          <p:nvPr>
            <p:ph type="subTitle" idx="8"/>
          </p:nvPr>
        </p:nvSpPr>
        <p:spPr>
          <a:xfrm>
            <a:off x="1908800" y="1856989"/>
            <a:ext cx="2381400" cy="75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89" name="Google Shape;589;p16"/>
          <p:cNvSpPr txBox="1">
            <a:spLocks noGrp="1"/>
          </p:cNvSpPr>
          <p:nvPr>
            <p:ph type="subTitle" idx="9"/>
          </p:nvPr>
        </p:nvSpPr>
        <p:spPr>
          <a:xfrm>
            <a:off x="1908800" y="3222339"/>
            <a:ext cx="2381400" cy="75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0" name="Google Shape;590;p16"/>
          <p:cNvSpPr txBox="1">
            <a:spLocks noGrp="1"/>
          </p:cNvSpPr>
          <p:nvPr>
            <p:ph type="subTitle" idx="13"/>
          </p:nvPr>
        </p:nvSpPr>
        <p:spPr>
          <a:xfrm>
            <a:off x="5687849" y="1856989"/>
            <a:ext cx="2381400" cy="75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1" name="Google Shape;591;p16"/>
          <p:cNvSpPr txBox="1">
            <a:spLocks noGrp="1"/>
          </p:cNvSpPr>
          <p:nvPr>
            <p:ph type="subTitle" idx="14"/>
          </p:nvPr>
        </p:nvSpPr>
        <p:spPr>
          <a:xfrm>
            <a:off x="5687849" y="3222336"/>
            <a:ext cx="2381400" cy="75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2" name="Google Shape;592;p16"/>
          <p:cNvSpPr txBox="1">
            <a:spLocks noGrp="1"/>
          </p:cNvSpPr>
          <p:nvPr>
            <p:ph type="title" idx="15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18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642" name="Google Shape;642;p18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18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18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18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18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8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8" name="Google Shape;648;p18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9" name="Google Shape;649;p18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18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1" name="Google Shape;651;p18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2" name="Google Shape;652;p18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3" name="Google Shape;653;p18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Google Shape;654;p18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5" name="Google Shape;655;p18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18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7" name="Google Shape;657;p18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8" name="Google Shape;658;p18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9" name="Google Shape;659;p18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18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1" name="Google Shape;661;p18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2" name="Google Shape;662;p18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3" name="Google Shape;663;p18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4" name="Google Shape;664;p18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5" name="Google Shape;665;p18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6" name="Google Shape;666;p18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Google Shape;667;p18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68" name="Google Shape;668;p18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669" name="Google Shape;669;p18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670" name="Google Shape;670;p18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18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18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8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5" name="Google Shape;675;p18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676" name="Google Shape;676;p18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8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18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8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8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1" name="Google Shape;681;p18"/>
          <p:cNvSpPr txBox="1">
            <a:spLocks noGrp="1"/>
          </p:cNvSpPr>
          <p:nvPr>
            <p:ph type="title"/>
          </p:nvPr>
        </p:nvSpPr>
        <p:spPr>
          <a:xfrm>
            <a:off x="2347938" y="7851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18"/>
          <p:cNvSpPr txBox="1">
            <a:spLocks noGrp="1"/>
          </p:cNvSpPr>
          <p:nvPr>
            <p:ph type="subTitle" idx="1"/>
          </p:nvPr>
        </p:nvSpPr>
        <p:spPr>
          <a:xfrm>
            <a:off x="2347900" y="1881324"/>
            <a:ext cx="4448100" cy="1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18"/>
          <p:cNvSpPr txBox="1"/>
          <p:nvPr/>
        </p:nvSpPr>
        <p:spPr>
          <a:xfrm>
            <a:off x="2099100" y="37643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19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686" name="Google Shape;686;p19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7" name="Google Shape;687;p19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8" name="Google Shape;688;p19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19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19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19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19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19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19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19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6" name="Google Shape;696;p19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19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19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19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19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19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2" name="Google Shape;702;p19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3" name="Google Shape;703;p19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4" name="Google Shape;704;p19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5" name="Google Shape;705;p19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19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19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19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9" name="Google Shape;709;p19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0" name="Google Shape;710;p19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1" name="Google Shape;711;p19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2" name="Google Shape;712;p19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713" name="Google Shape;713;p19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714" name="Google Shape;714;p1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9" name="Google Shape;719;p19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720" name="Google Shape;720;p1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1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1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1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1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5" name="Google Shape;725;p19"/>
          <p:cNvGrpSpPr/>
          <p:nvPr/>
        </p:nvGrpSpPr>
        <p:grpSpPr>
          <a:xfrm>
            <a:off x="7359430" y="819685"/>
            <a:ext cx="1132714" cy="1645290"/>
            <a:chOff x="7359430" y="819685"/>
            <a:chExt cx="1132714" cy="1645290"/>
          </a:xfrm>
        </p:grpSpPr>
        <p:sp>
          <p:nvSpPr>
            <p:cNvPr id="726" name="Google Shape;726;p19"/>
            <p:cNvSpPr/>
            <p:nvPr/>
          </p:nvSpPr>
          <p:spPr>
            <a:xfrm rot="3600003">
              <a:off x="7508612" y="974409"/>
              <a:ext cx="834351" cy="826229"/>
            </a:xfrm>
            <a:custGeom>
              <a:avLst/>
              <a:gdLst/>
              <a:ahLst/>
              <a:cxnLst/>
              <a:rect l="l" t="t" r="r" b="b"/>
              <a:pathLst>
                <a:path w="4515" h="4471" extrusionOk="0">
                  <a:moveTo>
                    <a:pt x="1821" y="3126"/>
                  </a:moveTo>
                  <a:cubicBezTo>
                    <a:pt x="1330" y="2885"/>
                    <a:pt x="1126" y="2290"/>
                    <a:pt x="1367" y="1799"/>
                  </a:cubicBezTo>
                  <a:cubicBezTo>
                    <a:pt x="1608" y="1308"/>
                    <a:pt x="2204" y="1105"/>
                    <a:pt x="2695" y="1345"/>
                  </a:cubicBezTo>
                  <a:cubicBezTo>
                    <a:pt x="3186" y="1587"/>
                    <a:pt x="3389" y="2182"/>
                    <a:pt x="3148" y="2673"/>
                  </a:cubicBezTo>
                  <a:cubicBezTo>
                    <a:pt x="2907" y="3164"/>
                    <a:pt x="2312" y="3367"/>
                    <a:pt x="1821" y="3126"/>
                  </a:cubicBezTo>
                  <a:moveTo>
                    <a:pt x="3878" y="3808"/>
                  </a:moveTo>
                  <a:cubicBezTo>
                    <a:pt x="4043" y="3638"/>
                    <a:pt x="4179" y="3444"/>
                    <a:pt x="4284" y="3230"/>
                  </a:cubicBezTo>
                  <a:lnTo>
                    <a:pt x="4287" y="3225"/>
                  </a:lnTo>
                  <a:lnTo>
                    <a:pt x="3946" y="3058"/>
                  </a:lnTo>
                  <a:cubicBezTo>
                    <a:pt x="4035" y="2876"/>
                    <a:pt x="4091" y="2687"/>
                    <a:pt x="4118" y="2496"/>
                  </a:cubicBezTo>
                  <a:lnTo>
                    <a:pt x="4494" y="2549"/>
                  </a:lnTo>
                  <a:cubicBezTo>
                    <a:pt x="4526" y="2315"/>
                    <a:pt x="4522" y="2077"/>
                    <a:pt x="4481" y="1843"/>
                  </a:cubicBezTo>
                  <a:lnTo>
                    <a:pt x="4106" y="1909"/>
                  </a:lnTo>
                  <a:cubicBezTo>
                    <a:pt x="4072" y="1716"/>
                    <a:pt x="4007" y="1528"/>
                    <a:pt x="3915" y="1354"/>
                  </a:cubicBezTo>
                  <a:lnTo>
                    <a:pt x="4251" y="1176"/>
                  </a:lnTo>
                  <a:cubicBezTo>
                    <a:pt x="4139" y="966"/>
                    <a:pt x="3996" y="776"/>
                    <a:pt x="3826" y="612"/>
                  </a:cubicBezTo>
                  <a:lnTo>
                    <a:pt x="3562" y="885"/>
                  </a:lnTo>
                  <a:cubicBezTo>
                    <a:pt x="3425" y="752"/>
                    <a:pt x="3266" y="638"/>
                    <a:pt x="3085" y="550"/>
                  </a:cubicBezTo>
                  <a:cubicBezTo>
                    <a:pt x="3084" y="549"/>
                    <a:pt x="3083" y="549"/>
                    <a:pt x="3081" y="548"/>
                  </a:cubicBezTo>
                  <a:lnTo>
                    <a:pt x="3248" y="207"/>
                  </a:lnTo>
                  <a:cubicBezTo>
                    <a:pt x="3034" y="103"/>
                    <a:pt x="2807" y="33"/>
                    <a:pt x="2573" y="0"/>
                  </a:cubicBezTo>
                  <a:lnTo>
                    <a:pt x="2520" y="376"/>
                  </a:lnTo>
                  <a:cubicBezTo>
                    <a:pt x="2323" y="349"/>
                    <a:pt x="2125" y="353"/>
                    <a:pt x="1933" y="387"/>
                  </a:cubicBezTo>
                  <a:lnTo>
                    <a:pt x="1867" y="13"/>
                  </a:lnTo>
                  <a:cubicBezTo>
                    <a:pt x="1633" y="54"/>
                    <a:pt x="1409" y="131"/>
                    <a:pt x="1200" y="242"/>
                  </a:cubicBezTo>
                  <a:lnTo>
                    <a:pt x="1378" y="578"/>
                  </a:lnTo>
                  <a:cubicBezTo>
                    <a:pt x="1205" y="669"/>
                    <a:pt x="1046" y="787"/>
                    <a:pt x="908" y="930"/>
                  </a:cubicBezTo>
                  <a:lnTo>
                    <a:pt x="635" y="666"/>
                  </a:lnTo>
                  <a:cubicBezTo>
                    <a:pt x="472" y="835"/>
                    <a:pt x="336" y="1029"/>
                    <a:pt x="232" y="1241"/>
                  </a:cubicBezTo>
                  <a:lnTo>
                    <a:pt x="230" y="1244"/>
                  </a:lnTo>
                  <a:lnTo>
                    <a:pt x="571" y="1409"/>
                  </a:lnTo>
                  <a:cubicBezTo>
                    <a:pt x="482" y="1592"/>
                    <a:pt x="425" y="1782"/>
                    <a:pt x="398" y="1972"/>
                  </a:cubicBezTo>
                  <a:lnTo>
                    <a:pt x="23" y="1919"/>
                  </a:lnTo>
                  <a:cubicBezTo>
                    <a:pt x="-11" y="2153"/>
                    <a:pt x="-7" y="2391"/>
                    <a:pt x="35" y="2625"/>
                  </a:cubicBezTo>
                  <a:lnTo>
                    <a:pt x="409" y="2559"/>
                  </a:lnTo>
                  <a:cubicBezTo>
                    <a:pt x="443" y="2753"/>
                    <a:pt x="507" y="2941"/>
                    <a:pt x="599" y="3115"/>
                  </a:cubicBezTo>
                  <a:lnTo>
                    <a:pt x="263" y="3293"/>
                  </a:lnTo>
                  <a:cubicBezTo>
                    <a:pt x="374" y="3503"/>
                    <a:pt x="517" y="3693"/>
                    <a:pt x="687" y="3857"/>
                  </a:cubicBezTo>
                  <a:lnTo>
                    <a:pt x="951" y="3585"/>
                  </a:lnTo>
                  <a:cubicBezTo>
                    <a:pt x="1089" y="3718"/>
                    <a:pt x="1249" y="3833"/>
                    <a:pt x="1430" y="3922"/>
                  </a:cubicBezTo>
                  <a:cubicBezTo>
                    <a:pt x="1431" y="3922"/>
                    <a:pt x="1431" y="3922"/>
                    <a:pt x="1432" y="3923"/>
                  </a:cubicBezTo>
                  <a:lnTo>
                    <a:pt x="1265" y="4263"/>
                  </a:lnTo>
                  <a:cubicBezTo>
                    <a:pt x="1479" y="4367"/>
                    <a:pt x="1705" y="4438"/>
                    <a:pt x="1939" y="4471"/>
                  </a:cubicBezTo>
                  <a:lnTo>
                    <a:pt x="1993" y="4095"/>
                  </a:lnTo>
                  <a:cubicBezTo>
                    <a:pt x="2190" y="4123"/>
                    <a:pt x="2388" y="4119"/>
                    <a:pt x="2580" y="4085"/>
                  </a:cubicBezTo>
                  <a:lnTo>
                    <a:pt x="2645" y="4460"/>
                  </a:lnTo>
                  <a:cubicBezTo>
                    <a:pt x="2879" y="4419"/>
                    <a:pt x="3103" y="4342"/>
                    <a:pt x="3313" y="4231"/>
                  </a:cubicBezTo>
                  <a:lnTo>
                    <a:pt x="3135" y="3895"/>
                  </a:lnTo>
                  <a:cubicBezTo>
                    <a:pt x="3308" y="3804"/>
                    <a:pt x="3467" y="3686"/>
                    <a:pt x="3606" y="3544"/>
                  </a:cubicBezTo>
                  <a:lnTo>
                    <a:pt x="3878" y="3808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9"/>
            <p:cNvSpPr/>
            <p:nvPr/>
          </p:nvSpPr>
          <p:spPr>
            <a:xfrm rot="3600020">
              <a:off x="7893347" y="1918241"/>
              <a:ext cx="465027" cy="460495"/>
            </a:xfrm>
            <a:custGeom>
              <a:avLst/>
              <a:gdLst/>
              <a:ahLst/>
              <a:cxnLst/>
              <a:rect l="l" t="t" r="r" b="b"/>
              <a:pathLst>
                <a:path w="4515" h="4471" extrusionOk="0">
                  <a:moveTo>
                    <a:pt x="1821" y="3126"/>
                  </a:moveTo>
                  <a:cubicBezTo>
                    <a:pt x="1330" y="2885"/>
                    <a:pt x="1126" y="2290"/>
                    <a:pt x="1367" y="1799"/>
                  </a:cubicBezTo>
                  <a:cubicBezTo>
                    <a:pt x="1608" y="1308"/>
                    <a:pt x="2204" y="1105"/>
                    <a:pt x="2695" y="1345"/>
                  </a:cubicBezTo>
                  <a:cubicBezTo>
                    <a:pt x="3186" y="1587"/>
                    <a:pt x="3389" y="2182"/>
                    <a:pt x="3148" y="2673"/>
                  </a:cubicBezTo>
                  <a:cubicBezTo>
                    <a:pt x="2907" y="3164"/>
                    <a:pt x="2312" y="3367"/>
                    <a:pt x="1821" y="3126"/>
                  </a:cubicBezTo>
                  <a:moveTo>
                    <a:pt x="3878" y="3808"/>
                  </a:moveTo>
                  <a:cubicBezTo>
                    <a:pt x="4043" y="3638"/>
                    <a:pt x="4179" y="3444"/>
                    <a:pt x="4284" y="3230"/>
                  </a:cubicBezTo>
                  <a:lnTo>
                    <a:pt x="4287" y="3225"/>
                  </a:lnTo>
                  <a:lnTo>
                    <a:pt x="3946" y="3058"/>
                  </a:lnTo>
                  <a:cubicBezTo>
                    <a:pt x="4035" y="2876"/>
                    <a:pt x="4091" y="2687"/>
                    <a:pt x="4118" y="2496"/>
                  </a:cubicBezTo>
                  <a:lnTo>
                    <a:pt x="4494" y="2549"/>
                  </a:lnTo>
                  <a:cubicBezTo>
                    <a:pt x="4526" y="2315"/>
                    <a:pt x="4522" y="2077"/>
                    <a:pt x="4481" y="1843"/>
                  </a:cubicBezTo>
                  <a:lnTo>
                    <a:pt x="4106" y="1909"/>
                  </a:lnTo>
                  <a:cubicBezTo>
                    <a:pt x="4072" y="1716"/>
                    <a:pt x="4007" y="1528"/>
                    <a:pt x="3915" y="1354"/>
                  </a:cubicBezTo>
                  <a:lnTo>
                    <a:pt x="4251" y="1176"/>
                  </a:lnTo>
                  <a:cubicBezTo>
                    <a:pt x="4139" y="966"/>
                    <a:pt x="3996" y="776"/>
                    <a:pt x="3826" y="612"/>
                  </a:cubicBezTo>
                  <a:lnTo>
                    <a:pt x="3562" y="885"/>
                  </a:lnTo>
                  <a:cubicBezTo>
                    <a:pt x="3425" y="752"/>
                    <a:pt x="3266" y="638"/>
                    <a:pt x="3085" y="550"/>
                  </a:cubicBezTo>
                  <a:cubicBezTo>
                    <a:pt x="3084" y="549"/>
                    <a:pt x="3083" y="549"/>
                    <a:pt x="3081" y="548"/>
                  </a:cubicBezTo>
                  <a:lnTo>
                    <a:pt x="3248" y="207"/>
                  </a:lnTo>
                  <a:cubicBezTo>
                    <a:pt x="3034" y="103"/>
                    <a:pt x="2807" y="33"/>
                    <a:pt x="2573" y="0"/>
                  </a:cubicBezTo>
                  <a:lnTo>
                    <a:pt x="2520" y="376"/>
                  </a:lnTo>
                  <a:cubicBezTo>
                    <a:pt x="2323" y="349"/>
                    <a:pt x="2125" y="353"/>
                    <a:pt x="1933" y="387"/>
                  </a:cubicBezTo>
                  <a:lnTo>
                    <a:pt x="1867" y="13"/>
                  </a:lnTo>
                  <a:cubicBezTo>
                    <a:pt x="1633" y="54"/>
                    <a:pt x="1409" y="131"/>
                    <a:pt x="1200" y="242"/>
                  </a:cubicBezTo>
                  <a:lnTo>
                    <a:pt x="1378" y="578"/>
                  </a:lnTo>
                  <a:cubicBezTo>
                    <a:pt x="1205" y="669"/>
                    <a:pt x="1046" y="787"/>
                    <a:pt x="908" y="930"/>
                  </a:cubicBezTo>
                  <a:lnTo>
                    <a:pt x="635" y="666"/>
                  </a:lnTo>
                  <a:cubicBezTo>
                    <a:pt x="472" y="835"/>
                    <a:pt x="336" y="1029"/>
                    <a:pt x="232" y="1241"/>
                  </a:cubicBezTo>
                  <a:lnTo>
                    <a:pt x="230" y="1244"/>
                  </a:lnTo>
                  <a:lnTo>
                    <a:pt x="571" y="1409"/>
                  </a:lnTo>
                  <a:cubicBezTo>
                    <a:pt x="482" y="1592"/>
                    <a:pt x="425" y="1782"/>
                    <a:pt x="398" y="1972"/>
                  </a:cubicBezTo>
                  <a:lnTo>
                    <a:pt x="23" y="1919"/>
                  </a:lnTo>
                  <a:cubicBezTo>
                    <a:pt x="-11" y="2153"/>
                    <a:pt x="-7" y="2391"/>
                    <a:pt x="35" y="2625"/>
                  </a:cubicBezTo>
                  <a:lnTo>
                    <a:pt x="409" y="2559"/>
                  </a:lnTo>
                  <a:cubicBezTo>
                    <a:pt x="443" y="2753"/>
                    <a:pt x="507" y="2941"/>
                    <a:pt x="599" y="3115"/>
                  </a:cubicBezTo>
                  <a:lnTo>
                    <a:pt x="263" y="3293"/>
                  </a:lnTo>
                  <a:cubicBezTo>
                    <a:pt x="374" y="3503"/>
                    <a:pt x="517" y="3693"/>
                    <a:pt x="687" y="3857"/>
                  </a:cubicBezTo>
                  <a:lnTo>
                    <a:pt x="951" y="3585"/>
                  </a:lnTo>
                  <a:cubicBezTo>
                    <a:pt x="1089" y="3718"/>
                    <a:pt x="1249" y="3833"/>
                    <a:pt x="1430" y="3922"/>
                  </a:cubicBezTo>
                  <a:cubicBezTo>
                    <a:pt x="1431" y="3922"/>
                    <a:pt x="1431" y="3922"/>
                    <a:pt x="1432" y="3923"/>
                  </a:cubicBezTo>
                  <a:lnTo>
                    <a:pt x="1265" y="4263"/>
                  </a:lnTo>
                  <a:cubicBezTo>
                    <a:pt x="1479" y="4367"/>
                    <a:pt x="1705" y="4438"/>
                    <a:pt x="1939" y="4471"/>
                  </a:cubicBezTo>
                  <a:lnTo>
                    <a:pt x="1993" y="4095"/>
                  </a:lnTo>
                  <a:cubicBezTo>
                    <a:pt x="2190" y="4123"/>
                    <a:pt x="2388" y="4119"/>
                    <a:pt x="2580" y="4085"/>
                  </a:cubicBezTo>
                  <a:lnTo>
                    <a:pt x="2645" y="4460"/>
                  </a:lnTo>
                  <a:cubicBezTo>
                    <a:pt x="2879" y="4419"/>
                    <a:pt x="3103" y="4342"/>
                    <a:pt x="3313" y="4231"/>
                  </a:cubicBezTo>
                  <a:lnTo>
                    <a:pt x="3135" y="3895"/>
                  </a:lnTo>
                  <a:cubicBezTo>
                    <a:pt x="3308" y="3804"/>
                    <a:pt x="3467" y="3686"/>
                    <a:pt x="3606" y="3544"/>
                  </a:cubicBezTo>
                  <a:lnTo>
                    <a:pt x="3878" y="3808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20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730" name="Google Shape;730;p20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20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2" name="Google Shape;732;p20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20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4" name="Google Shape;734;p20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5" name="Google Shape;735;p20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6" name="Google Shape;736;p20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" name="Google Shape;737;p20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" name="Google Shape;738;p20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9" name="Google Shape;739;p20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0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1" name="Google Shape;741;p20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20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20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0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20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6" name="Google Shape;746;p20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" name="Google Shape;747;p20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" name="Google Shape;748;p20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20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0" name="Google Shape;750;p20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1" name="Google Shape;751;p20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2" name="Google Shape;752;p20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" name="Google Shape;753;p20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4" name="Google Shape;754;p20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5" name="Google Shape;755;p20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56" name="Google Shape;756;p20"/>
          <p:cNvGrpSpPr/>
          <p:nvPr/>
        </p:nvGrpSpPr>
        <p:grpSpPr>
          <a:xfrm>
            <a:off x="626050" y="427300"/>
            <a:ext cx="8197400" cy="4593724"/>
            <a:chOff x="-280802" y="20880"/>
            <a:chExt cx="10622522" cy="5952733"/>
          </a:xfrm>
        </p:grpSpPr>
        <p:sp>
          <p:nvSpPr>
            <p:cNvPr id="757" name="Google Shape;757;p20"/>
            <p:cNvSpPr/>
            <p:nvPr/>
          </p:nvSpPr>
          <p:spPr>
            <a:xfrm>
              <a:off x="-280802" y="549713"/>
              <a:ext cx="10622520" cy="5423901"/>
            </a:xfrm>
            <a:custGeom>
              <a:avLst/>
              <a:gdLst/>
              <a:ahLst/>
              <a:cxnLst/>
              <a:rect l="l" t="t" r="r" b="b"/>
              <a:pathLst>
                <a:path w="29507" h="14157" extrusionOk="0">
                  <a:moveTo>
                    <a:pt x="0" y="14157"/>
                  </a:moveTo>
                  <a:lnTo>
                    <a:pt x="29507" y="14157"/>
                  </a:lnTo>
                  <a:lnTo>
                    <a:pt x="29507" y="0"/>
                  </a:lnTo>
                  <a:lnTo>
                    <a:pt x="0" y="0"/>
                  </a:lnTo>
                  <a:lnTo>
                    <a:pt x="0" y="14157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-280800" y="20880"/>
              <a:ext cx="10622520" cy="528840"/>
            </a:xfrm>
            <a:custGeom>
              <a:avLst/>
              <a:gdLst/>
              <a:ahLst/>
              <a:cxnLst/>
              <a:rect l="l" t="t" r="r" b="b"/>
              <a:pathLst>
                <a:path w="29507" h="1469" extrusionOk="0">
                  <a:moveTo>
                    <a:pt x="28655" y="0"/>
                  </a:moveTo>
                  <a:lnTo>
                    <a:pt x="851" y="0"/>
                  </a:lnTo>
                  <a:cubicBezTo>
                    <a:pt x="381" y="0"/>
                    <a:pt x="0" y="312"/>
                    <a:pt x="0" y="698"/>
                  </a:cubicBezTo>
                  <a:lnTo>
                    <a:pt x="0" y="1469"/>
                  </a:lnTo>
                  <a:lnTo>
                    <a:pt x="29507" y="1469"/>
                  </a:lnTo>
                  <a:lnTo>
                    <a:pt x="29507" y="698"/>
                  </a:lnTo>
                  <a:cubicBezTo>
                    <a:pt x="29507" y="312"/>
                    <a:pt x="29126" y="0"/>
                    <a:pt x="28655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-4788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32796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70380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2" name="Google Shape;762;p20"/>
          <p:cNvGrpSpPr/>
          <p:nvPr/>
        </p:nvGrpSpPr>
        <p:grpSpPr>
          <a:xfrm>
            <a:off x="473650" y="274900"/>
            <a:ext cx="8197400" cy="4593724"/>
            <a:chOff x="-280802" y="20880"/>
            <a:chExt cx="10622522" cy="5952733"/>
          </a:xfrm>
        </p:grpSpPr>
        <p:sp>
          <p:nvSpPr>
            <p:cNvPr id="763" name="Google Shape;763;p20"/>
            <p:cNvSpPr/>
            <p:nvPr/>
          </p:nvSpPr>
          <p:spPr>
            <a:xfrm>
              <a:off x="-280802" y="549713"/>
              <a:ext cx="10622520" cy="5423901"/>
            </a:xfrm>
            <a:custGeom>
              <a:avLst/>
              <a:gdLst/>
              <a:ahLst/>
              <a:cxnLst/>
              <a:rect l="l" t="t" r="r" b="b"/>
              <a:pathLst>
                <a:path w="29507" h="14157" extrusionOk="0">
                  <a:moveTo>
                    <a:pt x="0" y="14157"/>
                  </a:moveTo>
                  <a:lnTo>
                    <a:pt x="29507" y="14157"/>
                  </a:lnTo>
                  <a:lnTo>
                    <a:pt x="29507" y="0"/>
                  </a:lnTo>
                  <a:lnTo>
                    <a:pt x="0" y="0"/>
                  </a:lnTo>
                  <a:lnTo>
                    <a:pt x="0" y="14157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0"/>
            <p:cNvSpPr/>
            <p:nvPr/>
          </p:nvSpPr>
          <p:spPr>
            <a:xfrm>
              <a:off x="-280800" y="20880"/>
              <a:ext cx="10622520" cy="528840"/>
            </a:xfrm>
            <a:custGeom>
              <a:avLst/>
              <a:gdLst/>
              <a:ahLst/>
              <a:cxnLst/>
              <a:rect l="l" t="t" r="r" b="b"/>
              <a:pathLst>
                <a:path w="29507" h="1469" extrusionOk="0">
                  <a:moveTo>
                    <a:pt x="28655" y="0"/>
                  </a:moveTo>
                  <a:lnTo>
                    <a:pt x="851" y="0"/>
                  </a:lnTo>
                  <a:cubicBezTo>
                    <a:pt x="381" y="0"/>
                    <a:pt x="0" y="312"/>
                    <a:pt x="0" y="698"/>
                  </a:cubicBezTo>
                  <a:lnTo>
                    <a:pt x="0" y="1469"/>
                  </a:lnTo>
                  <a:lnTo>
                    <a:pt x="29507" y="1469"/>
                  </a:lnTo>
                  <a:lnTo>
                    <a:pt x="29507" y="698"/>
                  </a:lnTo>
                  <a:cubicBezTo>
                    <a:pt x="29507" y="312"/>
                    <a:pt x="29126" y="0"/>
                    <a:pt x="28655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-4788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32796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70380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20"/>
          <p:cNvGrpSpPr/>
          <p:nvPr/>
        </p:nvGrpSpPr>
        <p:grpSpPr>
          <a:xfrm>
            <a:off x="7527566" y="3702226"/>
            <a:ext cx="1212401" cy="1240945"/>
            <a:chOff x="8264880" y="1119240"/>
            <a:chExt cx="1865520" cy="1909440"/>
          </a:xfrm>
        </p:grpSpPr>
        <p:sp>
          <p:nvSpPr>
            <p:cNvPr id="769" name="Google Shape;769;p20"/>
            <p:cNvSpPr/>
            <p:nvPr/>
          </p:nvSpPr>
          <p:spPr>
            <a:xfrm>
              <a:off x="9336240" y="2202840"/>
              <a:ext cx="190080" cy="199080"/>
            </a:xfrm>
            <a:custGeom>
              <a:avLst/>
              <a:gdLst/>
              <a:ahLst/>
              <a:cxnLst/>
              <a:rect l="l" t="t" r="r" b="b"/>
              <a:pathLst>
                <a:path w="528" h="553" extrusionOk="0">
                  <a:moveTo>
                    <a:pt x="0" y="0"/>
                  </a:moveTo>
                  <a:lnTo>
                    <a:pt x="528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9298800" y="2167200"/>
              <a:ext cx="264960" cy="270360"/>
            </a:xfrm>
            <a:custGeom>
              <a:avLst/>
              <a:gdLst/>
              <a:ahLst/>
              <a:cxnLst/>
              <a:rect l="l" t="t" r="r" b="b"/>
              <a:pathLst>
                <a:path w="736" h="751" extrusionOk="0">
                  <a:moveTo>
                    <a:pt x="527" y="751"/>
                  </a:moveTo>
                  <a:lnTo>
                    <a:pt x="736" y="553"/>
                  </a:lnTo>
                  <a:lnTo>
                    <a:pt x="208" y="0"/>
                  </a:lnTo>
                  <a:lnTo>
                    <a:pt x="0" y="198"/>
                  </a:lnTo>
                  <a:lnTo>
                    <a:pt x="527" y="751"/>
                  </a:ln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9428400" y="2303640"/>
              <a:ext cx="702000" cy="725040"/>
            </a:xfrm>
            <a:custGeom>
              <a:avLst/>
              <a:gdLst/>
              <a:ahLst/>
              <a:cxnLst/>
              <a:rect l="l" t="t" r="r" b="b"/>
              <a:pathLst>
                <a:path w="1950" h="2014" extrusionOk="0">
                  <a:moveTo>
                    <a:pt x="1950" y="1606"/>
                  </a:moveTo>
                  <a:cubicBezTo>
                    <a:pt x="1950" y="1660"/>
                    <a:pt x="1930" y="1713"/>
                    <a:pt x="1889" y="1752"/>
                  </a:cubicBezTo>
                  <a:lnTo>
                    <a:pt x="1747" y="1887"/>
                  </a:lnTo>
                  <a:lnTo>
                    <a:pt x="1671" y="1959"/>
                  </a:lnTo>
                  <a:cubicBezTo>
                    <a:pt x="1591" y="2036"/>
                    <a:pt x="1460" y="2030"/>
                    <a:pt x="1380" y="1946"/>
                  </a:cubicBezTo>
                  <a:lnTo>
                    <a:pt x="0" y="499"/>
                  </a:lnTo>
                  <a:lnTo>
                    <a:pt x="1" y="207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218" y="0"/>
                  </a:lnTo>
                  <a:lnTo>
                    <a:pt x="510" y="13"/>
                  </a:lnTo>
                  <a:lnTo>
                    <a:pt x="1890" y="1461"/>
                  </a:lnTo>
                  <a:cubicBezTo>
                    <a:pt x="1929" y="1501"/>
                    <a:pt x="1949" y="1554"/>
                    <a:pt x="1950" y="1606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9428400" y="2483280"/>
              <a:ext cx="702000" cy="545400"/>
            </a:xfrm>
            <a:custGeom>
              <a:avLst/>
              <a:gdLst/>
              <a:ahLst/>
              <a:cxnLst/>
              <a:rect l="l" t="t" r="r" b="b"/>
              <a:pathLst>
                <a:path w="1950" h="1515" extrusionOk="0">
                  <a:moveTo>
                    <a:pt x="1950" y="1107"/>
                  </a:moveTo>
                  <a:cubicBezTo>
                    <a:pt x="1950" y="1161"/>
                    <a:pt x="1930" y="1214"/>
                    <a:pt x="1889" y="1253"/>
                  </a:cubicBezTo>
                  <a:lnTo>
                    <a:pt x="1747" y="1388"/>
                  </a:lnTo>
                  <a:lnTo>
                    <a:pt x="1671" y="1460"/>
                  </a:lnTo>
                  <a:cubicBezTo>
                    <a:pt x="1591" y="1537"/>
                    <a:pt x="1460" y="1531"/>
                    <a:pt x="1380" y="1447"/>
                  </a:cubicBezTo>
                  <a:lnTo>
                    <a:pt x="0" y="0"/>
                  </a:lnTo>
                  <a:lnTo>
                    <a:pt x="1950" y="1107"/>
                  </a:lnTo>
                  <a:close/>
                </a:path>
              </a:pathLst>
            </a:custGeom>
            <a:solidFill>
              <a:srgbClr val="3E282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8338680" y="1193040"/>
              <a:ext cx="1150920" cy="1151280"/>
            </a:xfrm>
            <a:custGeom>
              <a:avLst/>
              <a:gdLst/>
              <a:ahLst/>
              <a:cxnLst/>
              <a:rect l="l" t="t" r="r" b="b"/>
              <a:pathLst>
                <a:path w="3197" h="3198" extrusionOk="0">
                  <a:moveTo>
                    <a:pt x="3197" y="1599"/>
                  </a:moveTo>
                  <a:cubicBezTo>
                    <a:pt x="3197" y="2404"/>
                    <a:pt x="2602" y="3070"/>
                    <a:pt x="1828" y="3181"/>
                  </a:cubicBezTo>
                  <a:cubicBezTo>
                    <a:pt x="1754" y="3192"/>
                    <a:pt x="1677" y="3198"/>
                    <a:pt x="1599" y="3198"/>
                  </a:cubicBezTo>
                  <a:cubicBezTo>
                    <a:pt x="1278" y="3198"/>
                    <a:pt x="979" y="3103"/>
                    <a:pt x="729" y="2940"/>
                  </a:cubicBezTo>
                  <a:cubicBezTo>
                    <a:pt x="622" y="2871"/>
                    <a:pt x="524" y="2789"/>
                    <a:pt x="437" y="2698"/>
                  </a:cubicBezTo>
                  <a:cubicBezTo>
                    <a:pt x="306" y="2558"/>
                    <a:pt x="198" y="2396"/>
                    <a:pt x="124" y="2216"/>
                  </a:cubicBezTo>
                  <a:cubicBezTo>
                    <a:pt x="44" y="2026"/>
                    <a:pt x="0" y="1818"/>
                    <a:pt x="0" y="1599"/>
                  </a:cubicBezTo>
                  <a:cubicBezTo>
                    <a:pt x="0" y="725"/>
                    <a:pt x="702" y="14"/>
                    <a:pt x="1573" y="1"/>
                  </a:cubicBezTo>
                  <a:cubicBezTo>
                    <a:pt x="1581" y="0"/>
                    <a:pt x="1590" y="0"/>
                    <a:pt x="1599" y="0"/>
                  </a:cubicBezTo>
                  <a:cubicBezTo>
                    <a:pt x="1789" y="0"/>
                    <a:pt x="1971" y="34"/>
                    <a:pt x="2140" y="94"/>
                  </a:cubicBezTo>
                  <a:cubicBezTo>
                    <a:pt x="2261" y="138"/>
                    <a:pt x="2374" y="195"/>
                    <a:pt x="2479" y="264"/>
                  </a:cubicBezTo>
                  <a:cubicBezTo>
                    <a:pt x="2798" y="475"/>
                    <a:pt x="3037" y="797"/>
                    <a:pt x="3141" y="1175"/>
                  </a:cubicBezTo>
                  <a:cubicBezTo>
                    <a:pt x="3178" y="1310"/>
                    <a:pt x="3197" y="1452"/>
                    <a:pt x="3197" y="1599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8264880" y="1119240"/>
              <a:ext cx="1298880" cy="1298520"/>
            </a:xfrm>
            <a:custGeom>
              <a:avLst/>
              <a:gdLst/>
              <a:ahLst/>
              <a:cxnLst/>
              <a:rect l="l" t="t" r="r" b="b"/>
              <a:pathLst>
                <a:path w="3608" h="3607" extrusionOk="0">
                  <a:moveTo>
                    <a:pt x="3152" y="2387"/>
                  </a:moveTo>
                  <a:cubicBezTo>
                    <a:pt x="2830" y="3130"/>
                    <a:pt x="1964" y="3473"/>
                    <a:pt x="1221" y="3152"/>
                  </a:cubicBezTo>
                  <a:cubicBezTo>
                    <a:pt x="478" y="2830"/>
                    <a:pt x="135" y="1964"/>
                    <a:pt x="456" y="1221"/>
                  </a:cubicBezTo>
                  <a:cubicBezTo>
                    <a:pt x="778" y="478"/>
                    <a:pt x="1644" y="135"/>
                    <a:pt x="2387" y="456"/>
                  </a:cubicBezTo>
                  <a:cubicBezTo>
                    <a:pt x="3130" y="778"/>
                    <a:pt x="3473" y="1644"/>
                    <a:pt x="3152" y="2387"/>
                  </a:cubicBezTo>
                  <a:moveTo>
                    <a:pt x="1088" y="3459"/>
                  </a:moveTo>
                  <a:cubicBezTo>
                    <a:pt x="2002" y="3854"/>
                    <a:pt x="3063" y="3434"/>
                    <a:pt x="3459" y="2520"/>
                  </a:cubicBezTo>
                  <a:cubicBezTo>
                    <a:pt x="3854" y="1606"/>
                    <a:pt x="3434" y="544"/>
                    <a:pt x="2520" y="149"/>
                  </a:cubicBezTo>
                  <a:cubicBezTo>
                    <a:pt x="1606" y="-246"/>
                    <a:pt x="544" y="174"/>
                    <a:pt x="149" y="1088"/>
                  </a:cubicBezTo>
                  <a:cubicBezTo>
                    <a:pt x="-247" y="2002"/>
                    <a:pt x="174" y="3064"/>
                    <a:pt x="1088" y="3459"/>
                  </a:cubicBezTo>
                  <a:close/>
                </a:path>
              </a:pathLst>
            </a:custGeom>
            <a:solidFill>
              <a:srgbClr val="FCB10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8" r:id="rId6"/>
    <p:sldLayoutId id="2147483662" r:id="rId7"/>
    <p:sldLayoutId id="2147483664" r:id="rId8"/>
    <p:sldLayoutId id="2147483665" r:id="rId9"/>
    <p:sldLayoutId id="214748366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Fake-email@gmail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4"/>
          <p:cNvSpPr txBox="1">
            <a:spLocks noGrp="1"/>
          </p:cNvSpPr>
          <p:nvPr>
            <p:ph type="ctrTitle"/>
          </p:nvPr>
        </p:nvSpPr>
        <p:spPr>
          <a:xfrm>
            <a:off x="1814850" y="1633725"/>
            <a:ext cx="5514300" cy="20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Analysis </a:t>
            </a:r>
            <a:r>
              <a:rPr lang="en-US" dirty="0"/>
              <a:t>final project</a:t>
            </a:r>
            <a:endParaRPr dirty="0"/>
          </a:p>
        </p:txBody>
      </p:sp>
      <p:sp>
        <p:nvSpPr>
          <p:cNvPr id="786" name="Google Shape;786;p24"/>
          <p:cNvSpPr txBox="1">
            <a:spLocks noGrp="1"/>
          </p:cNvSpPr>
          <p:nvPr>
            <p:ph type="subTitle" idx="1"/>
          </p:nvPr>
        </p:nvSpPr>
        <p:spPr>
          <a:xfrm>
            <a:off x="2301625" y="3686200"/>
            <a:ext cx="45408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bd Elrady Pro" panose="020F0803030102020204" pitchFamily="34" charset="-78"/>
                <a:cs typeface="Abd Elrady Pro" panose="020F0803030102020204" pitchFamily="34" charset="-78"/>
              </a:rPr>
              <a:t>Made By: </a:t>
            </a:r>
            <a:r>
              <a:rPr lang="ar-EG" dirty="0" err="1">
                <a:latin typeface="Abd Elrady Pro" panose="020F0803030102020204" pitchFamily="34" charset="-78"/>
                <a:cs typeface="Abd Elrady Pro" panose="020F0803030102020204" pitchFamily="34" charset="-78"/>
              </a:rPr>
              <a:t>عبعزيز</a:t>
            </a:r>
            <a:endParaRPr lang="ar-EG" dirty="0">
              <a:latin typeface="Abd Elrady Pro" panose="020F0803030102020204" pitchFamily="34" charset="-78"/>
              <a:cs typeface="Abd Elrady Pro" panose="020F0803030102020204" pitchFamily="34" charset="-78"/>
            </a:endParaRPr>
          </a:p>
        </p:txBody>
      </p:sp>
      <p:grpSp>
        <p:nvGrpSpPr>
          <p:cNvPr id="787" name="Google Shape;787;p24"/>
          <p:cNvGrpSpPr/>
          <p:nvPr/>
        </p:nvGrpSpPr>
        <p:grpSpPr>
          <a:xfrm>
            <a:off x="139544" y="-233231"/>
            <a:ext cx="8897898" cy="5075960"/>
            <a:chOff x="139544" y="-233231"/>
            <a:chExt cx="8897898" cy="5075960"/>
          </a:xfrm>
        </p:grpSpPr>
        <p:grpSp>
          <p:nvGrpSpPr>
            <p:cNvPr id="788" name="Google Shape;788;p24"/>
            <p:cNvGrpSpPr/>
            <p:nvPr/>
          </p:nvGrpSpPr>
          <p:grpSpPr>
            <a:xfrm>
              <a:off x="7825041" y="2013301"/>
              <a:ext cx="1212401" cy="1240945"/>
              <a:chOff x="8264880" y="1119240"/>
              <a:chExt cx="1865520" cy="1909440"/>
            </a:xfrm>
          </p:grpSpPr>
          <p:sp>
            <p:nvSpPr>
              <p:cNvPr id="789" name="Google Shape;789;p24"/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4"/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4"/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4"/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4"/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4"/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5" name="Google Shape;795;p24"/>
            <p:cNvGrpSpPr/>
            <p:nvPr/>
          </p:nvGrpSpPr>
          <p:grpSpPr>
            <a:xfrm rot="-899905">
              <a:off x="299513" y="3421758"/>
              <a:ext cx="795061" cy="1340934"/>
              <a:chOff x="6814440" y="1026720"/>
              <a:chExt cx="1223280" cy="2063160"/>
            </a:xfrm>
          </p:grpSpPr>
          <p:sp>
            <p:nvSpPr>
              <p:cNvPr id="796" name="Google Shape;796;p24"/>
              <p:cNvSpPr/>
              <p:nvPr/>
            </p:nvSpPr>
            <p:spPr>
              <a:xfrm>
                <a:off x="6814440" y="1026720"/>
                <a:ext cx="1223280" cy="1574640"/>
              </a:xfrm>
              <a:custGeom>
                <a:avLst/>
                <a:gdLst/>
                <a:ahLst/>
                <a:cxnLst/>
                <a:rect l="l" t="t" r="r" b="b"/>
                <a:pathLst>
                  <a:path w="3398" h="4374" extrusionOk="0">
                    <a:moveTo>
                      <a:pt x="3398" y="1699"/>
                    </a:moveTo>
                    <a:cubicBezTo>
                      <a:pt x="3398" y="761"/>
                      <a:pt x="2638" y="0"/>
                      <a:pt x="1699" y="0"/>
                    </a:cubicBezTo>
                    <a:cubicBezTo>
                      <a:pt x="761" y="0"/>
                      <a:pt x="0" y="761"/>
                      <a:pt x="0" y="1699"/>
                    </a:cubicBezTo>
                    <a:cubicBezTo>
                      <a:pt x="0" y="2031"/>
                      <a:pt x="95" y="2339"/>
                      <a:pt x="259" y="2600"/>
                    </a:cubicBezTo>
                    <a:lnTo>
                      <a:pt x="258" y="2601"/>
                    </a:lnTo>
                    <a:cubicBezTo>
                      <a:pt x="258" y="2601"/>
                      <a:pt x="267" y="2613"/>
                      <a:pt x="281" y="2635"/>
                    </a:cubicBezTo>
                    <a:cubicBezTo>
                      <a:pt x="286" y="2642"/>
                      <a:pt x="291" y="2650"/>
                      <a:pt x="295" y="2657"/>
                    </a:cubicBezTo>
                    <a:cubicBezTo>
                      <a:pt x="436" y="2870"/>
                      <a:pt x="927" y="3665"/>
                      <a:pt x="927" y="4374"/>
                    </a:cubicBezTo>
                    <a:lnTo>
                      <a:pt x="1467" y="4374"/>
                    </a:lnTo>
                    <a:lnTo>
                      <a:pt x="2034" y="4374"/>
                    </a:lnTo>
                    <a:lnTo>
                      <a:pt x="2473" y="4374"/>
                    </a:lnTo>
                    <a:cubicBezTo>
                      <a:pt x="2473" y="3547"/>
                      <a:pt x="3142" y="2601"/>
                      <a:pt x="3142" y="2601"/>
                    </a:cubicBezTo>
                    <a:lnTo>
                      <a:pt x="3140" y="2600"/>
                    </a:lnTo>
                    <a:cubicBezTo>
                      <a:pt x="3304" y="2339"/>
                      <a:pt x="3398" y="2030"/>
                      <a:pt x="3398" y="1699"/>
                    </a:cubicBez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4"/>
              <p:cNvSpPr/>
              <p:nvPr/>
            </p:nvSpPr>
            <p:spPr>
              <a:xfrm>
                <a:off x="7145280" y="2540880"/>
                <a:ext cx="576720" cy="412560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146" extrusionOk="0">
                    <a:moveTo>
                      <a:pt x="935" y="0"/>
                    </a:moveTo>
                    <a:lnTo>
                      <a:pt x="667" y="0"/>
                    </a:lnTo>
                    <a:lnTo>
                      <a:pt x="0" y="0"/>
                    </a:lnTo>
                    <a:lnTo>
                      <a:pt x="0" y="794"/>
                    </a:lnTo>
                    <a:lnTo>
                      <a:pt x="427" y="1146"/>
                    </a:lnTo>
                    <a:lnTo>
                      <a:pt x="667" y="1146"/>
                    </a:lnTo>
                    <a:lnTo>
                      <a:pt x="935" y="1146"/>
                    </a:lnTo>
                    <a:lnTo>
                      <a:pt x="1176" y="1146"/>
                    </a:lnTo>
                    <a:lnTo>
                      <a:pt x="1602" y="794"/>
                    </a:lnTo>
                    <a:lnTo>
                      <a:pt x="1602" y="0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4"/>
              <p:cNvSpPr/>
              <p:nvPr/>
            </p:nvSpPr>
            <p:spPr>
              <a:xfrm>
                <a:off x="7115040" y="1859400"/>
                <a:ext cx="583200" cy="66132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837" extrusionOk="0">
                    <a:moveTo>
                      <a:pt x="1068" y="53"/>
                    </a:moveTo>
                    <a:cubicBezTo>
                      <a:pt x="1066" y="53"/>
                      <a:pt x="1065" y="53"/>
                      <a:pt x="1063" y="53"/>
                    </a:cubicBezTo>
                    <a:cubicBezTo>
                      <a:pt x="1003" y="54"/>
                      <a:pt x="964" y="76"/>
                      <a:pt x="953" y="114"/>
                    </a:cubicBezTo>
                    <a:cubicBezTo>
                      <a:pt x="936" y="173"/>
                      <a:pt x="983" y="255"/>
                      <a:pt x="1062" y="305"/>
                    </a:cubicBezTo>
                    <a:cubicBezTo>
                      <a:pt x="1083" y="319"/>
                      <a:pt x="1104" y="329"/>
                      <a:pt x="1125" y="336"/>
                    </a:cubicBezTo>
                    <a:cubicBezTo>
                      <a:pt x="1164" y="258"/>
                      <a:pt x="1180" y="177"/>
                      <a:pt x="1165" y="122"/>
                    </a:cubicBezTo>
                    <a:cubicBezTo>
                      <a:pt x="1153" y="76"/>
                      <a:pt x="1120" y="53"/>
                      <a:pt x="1068" y="53"/>
                    </a:cubicBezTo>
                    <a:moveTo>
                      <a:pt x="584" y="37"/>
                    </a:moveTo>
                    <a:cubicBezTo>
                      <a:pt x="546" y="37"/>
                      <a:pt x="506" y="55"/>
                      <a:pt x="481" y="86"/>
                    </a:cubicBezTo>
                    <a:cubicBezTo>
                      <a:pt x="432" y="148"/>
                      <a:pt x="446" y="245"/>
                      <a:pt x="518" y="356"/>
                    </a:cubicBezTo>
                    <a:cubicBezTo>
                      <a:pt x="584" y="336"/>
                      <a:pt x="634" y="286"/>
                      <a:pt x="667" y="207"/>
                    </a:cubicBezTo>
                    <a:cubicBezTo>
                      <a:pt x="695" y="134"/>
                      <a:pt x="684" y="77"/>
                      <a:pt x="638" y="50"/>
                    </a:cubicBezTo>
                    <a:cubicBezTo>
                      <a:pt x="622" y="41"/>
                      <a:pt x="603" y="37"/>
                      <a:pt x="584" y="37"/>
                    </a:cubicBezTo>
                    <a:moveTo>
                      <a:pt x="449" y="1837"/>
                    </a:moveTo>
                    <a:lnTo>
                      <a:pt x="0" y="165"/>
                    </a:lnTo>
                    <a:lnTo>
                      <a:pt x="43" y="199"/>
                    </a:lnTo>
                    <a:cubicBezTo>
                      <a:pt x="46" y="201"/>
                      <a:pt x="287" y="388"/>
                      <a:pt x="479" y="364"/>
                    </a:cubicBezTo>
                    <a:cubicBezTo>
                      <a:pt x="375" y="198"/>
                      <a:pt x="422" y="101"/>
                      <a:pt x="452" y="63"/>
                    </a:cubicBezTo>
                    <a:cubicBezTo>
                      <a:pt x="500" y="2"/>
                      <a:pt x="592" y="-18"/>
                      <a:pt x="656" y="18"/>
                    </a:cubicBezTo>
                    <a:cubicBezTo>
                      <a:pt x="719" y="54"/>
                      <a:pt x="736" y="129"/>
                      <a:pt x="702" y="220"/>
                    </a:cubicBezTo>
                    <a:cubicBezTo>
                      <a:pt x="666" y="306"/>
                      <a:pt x="611" y="362"/>
                      <a:pt x="540" y="388"/>
                    </a:cubicBezTo>
                    <a:cubicBezTo>
                      <a:pt x="560" y="415"/>
                      <a:pt x="583" y="443"/>
                      <a:pt x="609" y="472"/>
                    </a:cubicBezTo>
                    <a:cubicBezTo>
                      <a:pt x="738" y="611"/>
                      <a:pt x="859" y="588"/>
                      <a:pt x="938" y="544"/>
                    </a:cubicBezTo>
                    <a:cubicBezTo>
                      <a:pt x="1008" y="505"/>
                      <a:pt x="1067" y="439"/>
                      <a:pt x="1108" y="368"/>
                    </a:cubicBezTo>
                    <a:cubicBezTo>
                      <a:pt x="1078" y="358"/>
                      <a:pt x="1056" y="345"/>
                      <a:pt x="1042" y="336"/>
                    </a:cubicBezTo>
                    <a:cubicBezTo>
                      <a:pt x="948" y="277"/>
                      <a:pt x="896" y="180"/>
                      <a:pt x="917" y="104"/>
                    </a:cubicBezTo>
                    <a:cubicBezTo>
                      <a:pt x="933" y="49"/>
                      <a:pt x="986" y="17"/>
                      <a:pt x="1063" y="16"/>
                    </a:cubicBezTo>
                    <a:cubicBezTo>
                      <a:pt x="1134" y="14"/>
                      <a:pt x="1183" y="49"/>
                      <a:pt x="1201" y="112"/>
                    </a:cubicBezTo>
                    <a:cubicBezTo>
                      <a:pt x="1217" y="174"/>
                      <a:pt x="1202" y="262"/>
                      <a:pt x="1161" y="347"/>
                    </a:cubicBezTo>
                    <a:cubicBezTo>
                      <a:pt x="1344" y="388"/>
                      <a:pt x="1522" y="250"/>
                      <a:pt x="1579" y="200"/>
                    </a:cubicBezTo>
                    <a:lnTo>
                      <a:pt x="1620" y="164"/>
                    </a:lnTo>
                    <a:lnTo>
                      <a:pt x="1286" y="1835"/>
                    </a:lnTo>
                    <a:lnTo>
                      <a:pt x="1250" y="1828"/>
                    </a:lnTo>
                    <a:lnTo>
                      <a:pt x="1563" y="261"/>
                    </a:lnTo>
                    <a:cubicBezTo>
                      <a:pt x="1387" y="398"/>
                      <a:pt x="1240" y="403"/>
                      <a:pt x="1145" y="379"/>
                    </a:cubicBezTo>
                    <a:cubicBezTo>
                      <a:pt x="1100" y="459"/>
                      <a:pt x="1035" y="533"/>
                      <a:pt x="956" y="577"/>
                    </a:cubicBezTo>
                    <a:cubicBezTo>
                      <a:pt x="828" y="648"/>
                      <a:pt x="695" y="619"/>
                      <a:pt x="582" y="497"/>
                    </a:cubicBezTo>
                    <a:cubicBezTo>
                      <a:pt x="550" y="462"/>
                      <a:pt x="523" y="429"/>
                      <a:pt x="501" y="398"/>
                    </a:cubicBezTo>
                    <a:cubicBezTo>
                      <a:pt x="339" y="429"/>
                      <a:pt x="147" y="316"/>
                      <a:pt x="63" y="259"/>
                    </a:cubicBezTo>
                    <a:lnTo>
                      <a:pt x="485" y="1827"/>
                    </a:lnTo>
                    <a:lnTo>
                      <a:pt x="449" y="1837"/>
                    </a:lnTo>
                    <a:close/>
                  </a:path>
                </a:pathLst>
              </a:custGeom>
              <a:solidFill>
                <a:srgbClr val="3E282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4"/>
              <p:cNvSpPr/>
              <p:nvPr/>
            </p:nvSpPr>
            <p:spPr>
              <a:xfrm>
                <a:off x="7079040" y="2500560"/>
                <a:ext cx="70956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5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6"/>
                      <a:pt x="0" y="102"/>
                    </a:cubicBezTo>
                    <a:cubicBezTo>
                      <a:pt x="0" y="159"/>
                      <a:pt x="49" y="205"/>
                      <a:pt x="110" y="205"/>
                    </a:cubicBezTo>
                    <a:lnTo>
                      <a:pt x="1861" y="205"/>
                    </a:lnTo>
                    <a:cubicBezTo>
                      <a:pt x="1922" y="205"/>
                      <a:pt x="1971" y="159"/>
                      <a:pt x="1971" y="102"/>
                    </a:cubicBezTo>
                    <a:cubicBezTo>
                      <a:pt x="1971" y="46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800" rIns="90000" bIns="28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4"/>
              <p:cNvSpPr/>
              <p:nvPr/>
            </p:nvSpPr>
            <p:spPr>
              <a:xfrm>
                <a:off x="7079040" y="2613600"/>
                <a:ext cx="70956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4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6"/>
                      <a:pt x="0" y="102"/>
                    </a:cubicBezTo>
                    <a:cubicBezTo>
                      <a:pt x="0" y="159"/>
                      <a:pt x="49" y="204"/>
                      <a:pt x="110" y="204"/>
                    </a:cubicBezTo>
                    <a:lnTo>
                      <a:pt x="1861" y="204"/>
                    </a:lnTo>
                    <a:cubicBezTo>
                      <a:pt x="1922" y="204"/>
                      <a:pt x="1971" y="159"/>
                      <a:pt x="1971" y="102"/>
                    </a:cubicBezTo>
                    <a:cubicBezTo>
                      <a:pt x="1971" y="46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4"/>
              <p:cNvSpPr/>
              <p:nvPr/>
            </p:nvSpPr>
            <p:spPr>
              <a:xfrm>
                <a:off x="7079040" y="2726640"/>
                <a:ext cx="70956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4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5"/>
                      <a:pt x="0" y="102"/>
                    </a:cubicBezTo>
                    <a:cubicBezTo>
                      <a:pt x="0" y="158"/>
                      <a:pt x="49" y="204"/>
                      <a:pt x="110" y="204"/>
                    </a:cubicBezTo>
                    <a:lnTo>
                      <a:pt x="1861" y="204"/>
                    </a:lnTo>
                    <a:cubicBezTo>
                      <a:pt x="1922" y="204"/>
                      <a:pt x="1971" y="158"/>
                      <a:pt x="1971" y="102"/>
                    </a:cubicBezTo>
                    <a:cubicBezTo>
                      <a:pt x="1971" y="45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24"/>
              <p:cNvSpPr/>
              <p:nvPr/>
            </p:nvSpPr>
            <p:spPr>
              <a:xfrm>
                <a:off x="7299000" y="2953440"/>
                <a:ext cx="269280" cy="13644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379" extrusionOk="0">
                    <a:moveTo>
                      <a:pt x="0" y="0"/>
                    </a:moveTo>
                    <a:lnTo>
                      <a:pt x="0" y="5"/>
                    </a:lnTo>
                    <a:cubicBezTo>
                      <a:pt x="0" y="211"/>
                      <a:pt x="168" y="379"/>
                      <a:pt x="374" y="379"/>
                    </a:cubicBezTo>
                    <a:cubicBezTo>
                      <a:pt x="581" y="379"/>
                      <a:pt x="748" y="211"/>
                      <a:pt x="748" y="5"/>
                    </a:cubicBezTo>
                    <a:lnTo>
                      <a:pt x="7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p24"/>
            <p:cNvGrpSpPr/>
            <p:nvPr/>
          </p:nvGrpSpPr>
          <p:grpSpPr>
            <a:xfrm>
              <a:off x="3704573" y="-233231"/>
              <a:ext cx="1408745" cy="850581"/>
              <a:chOff x="3704573" y="-233231"/>
              <a:chExt cx="1408745" cy="850581"/>
            </a:xfrm>
          </p:grpSpPr>
          <p:sp>
            <p:nvSpPr>
              <p:cNvPr id="804" name="Google Shape;804;p24"/>
              <p:cNvSpPr/>
              <p:nvPr/>
            </p:nvSpPr>
            <p:spPr>
              <a:xfrm>
                <a:off x="3704573" y="-233231"/>
                <a:ext cx="834349" cy="826230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4"/>
              <p:cNvSpPr/>
              <p:nvPr/>
            </p:nvSpPr>
            <p:spPr>
              <a:xfrm>
                <a:off x="4648285" y="156849"/>
                <a:ext cx="465034" cy="460502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5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this template</a:t>
            </a:r>
            <a:endParaRPr dirty="0"/>
          </a:p>
        </p:txBody>
      </p:sp>
      <p:sp>
        <p:nvSpPr>
          <p:cNvPr id="813" name="Google Shape;813;p25"/>
          <p:cNvSpPr txBox="1"/>
          <p:nvPr/>
        </p:nvSpPr>
        <p:spPr>
          <a:xfrm>
            <a:off x="5892037" y="2105243"/>
            <a:ext cx="2642364" cy="127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ربطت ال</a:t>
            </a:r>
            <a:r>
              <a:rPr lang="en-US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python </a:t>
            </a:r>
            <a:r>
              <a:rPr lang="ar-EG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بال</a:t>
            </a:r>
            <a:r>
              <a:rPr lang="en-US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database </a:t>
            </a:r>
            <a:r>
              <a:rPr lang="ar-EG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وعملت </a:t>
            </a:r>
            <a:r>
              <a:rPr lang="en-US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cleaning</a:t>
            </a:r>
            <a:r>
              <a:rPr lang="ar-EG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ب</a:t>
            </a:r>
            <a:r>
              <a:rPr lang="en-US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sql</a:t>
            </a:r>
            <a:r>
              <a:rPr lang="en-US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 </a:t>
            </a:r>
            <a:r>
              <a:rPr lang="ar-EG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بعدها عملت </a:t>
            </a:r>
            <a:r>
              <a:rPr lang="en-US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export</a:t>
            </a:r>
            <a:r>
              <a:rPr lang="ar-EG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  في ملفات </a:t>
            </a:r>
            <a:r>
              <a:rPr lang="en-US" sz="16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csv</a:t>
            </a:r>
            <a:endParaRPr sz="1600" dirty="0">
              <a:solidFill>
                <a:schemeClr val="dk1"/>
              </a:solidFill>
              <a:latin typeface="Abd Elrady Pro" panose="020F0803030102020204" pitchFamily="34" charset="-78"/>
              <a:ea typeface="Lato"/>
              <a:cs typeface="Abd Elrady Pro" panose="020F0803030102020204" pitchFamily="34" charset="-78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79984-2499-AC89-9B77-481E3A153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1514050"/>
            <a:ext cx="5146767" cy="3289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6"/>
          <p:cNvSpPr txBox="1">
            <a:spLocks noGrp="1"/>
          </p:cNvSpPr>
          <p:nvPr>
            <p:ph type="title" idx="15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Contents of this template</a:t>
            </a:r>
            <a:endParaRPr dirty="0"/>
          </a:p>
        </p:txBody>
      </p:sp>
      <p:sp>
        <p:nvSpPr>
          <p:cNvPr id="833" name="Google Shape;833;p26"/>
          <p:cNvSpPr/>
          <p:nvPr/>
        </p:nvSpPr>
        <p:spPr>
          <a:xfrm>
            <a:off x="113525" y="1005538"/>
            <a:ext cx="731396" cy="724280"/>
          </a:xfrm>
          <a:custGeom>
            <a:avLst/>
            <a:gdLst/>
            <a:ahLst/>
            <a:cxnLst/>
            <a:rect l="l" t="t" r="r" b="b"/>
            <a:pathLst>
              <a:path w="4515" h="4471" extrusionOk="0">
                <a:moveTo>
                  <a:pt x="1821" y="3126"/>
                </a:moveTo>
                <a:cubicBezTo>
                  <a:pt x="1330" y="2885"/>
                  <a:pt x="1126" y="2290"/>
                  <a:pt x="1367" y="1799"/>
                </a:cubicBezTo>
                <a:cubicBezTo>
                  <a:pt x="1608" y="1308"/>
                  <a:pt x="2204" y="1105"/>
                  <a:pt x="2695" y="1345"/>
                </a:cubicBezTo>
                <a:cubicBezTo>
                  <a:pt x="3186" y="1587"/>
                  <a:pt x="3389" y="2182"/>
                  <a:pt x="3148" y="2673"/>
                </a:cubicBezTo>
                <a:cubicBezTo>
                  <a:pt x="2907" y="3164"/>
                  <a:pt x="2312" y="3367"/>
                  <a:pt x="1821" y="3126"/>
                </a:cubicBezTo>
                <a:moveTo>
                  <a:pt x="3878" y="3808"/>
                </a:moveTo>
                <a:cubicBezTo>
                  <a:pt x="4043" y="3638"/>
                  <a:pt x="4179" y="3444"/>
                  <a:pt x="4284" y="3230"/>
                </a:cubicBezTo>
                <a:lnTo>
                  <a:pt x="4287" y="3225"/>
                </a:lnTo>
                <a:lnTo>
                  <a:pt x="3946" y="3058"/>
                </a:lnTo>
                <a:cubicBezTo>
                  <a:pt x="4035" y="2876"/>
                  <a:pt x="4091" y="2687"/>
                  <a:pt x="4118" y="2496"/>
                </a:cubicBezTo>
                <a:lnTo>
                  <a:pt x="4494" y="2549"/>
                </a:lnTo>
                <a:cubicBezTo>
                  <a:pt x="4526" y="2315"/>
                  <a:pt x="4522" y="2077"/>
                  <a:pt x="4481" y="1843"/>
                </a:cubicBezTo>
                <a:lnTo>
                  <a:pt x="4106" y="1909"/>
                </a:lnTo>
                <a:cubicBezTo>
                  <a:pt x="4072" y="1716"/>
                  <a:pt x="4007" y="1528"/>
                  <a:pt x="3915" y="1354"/>
                </a:cubicBezTo>
                <a:lnTo>
                  <a:pt x="4251" y="1176"/>
                </a:lnTo>
                <a:cubicBezTo>
                  <a:pt x="4139" y="966"/>
                  <a:pt x="3996" y="776"/>
                  <a:pt x="3826" y="612"/>
                </a:cubicBezTo>
                <a:lnTo>
                  <a:pt x="3562" y="885"/>
                </a:lnTo>
                <a:cubicBezTo>
                  <a:pt x="3425" y="752"/>
                  <a:pt x="3266" y="638"/>
                  <a:pt x="3085" y="550"/>
                </a:cubicBezTo>
                <a:cubicBezTo>
                  <a:pt x="3084" y="549"/>
                  <a:pt x="3083" y="549"/>
                  <a:pt x="3081" y="548"/>
                </a:cubicBezTo>
                <a:lnTo>
                  <a:pt x="3248" y="207"/>
                </a:lnTo>
                <a:cubicBezTo>
                  <a:pt x="3034" y="103"/>
                  <a:pt x="2807" y="33"/>
                  <a:pt x="2573" y="0"/>
                </a:cubicBezTo>
                <a:lnTo>
                  <a:pt x="2520" y="376"/>
                </a:lnTo>
                <a:cubicBezTo>
                  <a:pt x="2323" y="349"/>
                  <a:pt x="2125" y="353"/>
                  <a:pt x="1933" y="387"/>
                </a:cubicBezTo>
                <a:lnTo>
                  <a:pt x="1867" y="13"/>
                </a:lnTo>
                <a:cubicBezTo>
                  <a:pt x="1633" y="54"/>
                  <a:pt x="1409" y="131"/>
                  <a:pt x="1200" y="242"/>
                </a:cubicBezTo>
                <a:lnTo>
                  <a:pt x="1378" y="578"/>
                </a:lnTo>
                <a:cubicBezTo>
                  <a:pt x="1205" y="669"/>
                  <a:pt x="1046" y="787"/>
                  <a:pt x="908" y="930"/>
                </a:cubicBezTo>
                <a:lnTo>
                  <a:pt x="635" y="666"/>
                </a:lnTo>
                <a:cubicBezTo>
                  <a:pt x="472" y="835"/>
                  <a:pt x="336" y="1029"/>
                  <a:pt x="232" y="1241"/>
                </a:cubicBezTo>
                <a:lnTo>
                  <a:pt x="230" y="1244"/>
                </a:lnTo>
                <a:lnTo>
                  <a:pt x="571" y="1409"/>
                </a:lnTo>
                <a:cubicBezTo>
                  <a:pt x="482" y="1592"/>
                  <a:pt x="425" y="1782"/>
                  <a:pt x="398" y="1972"/>
                </a:cubicBezTo>
                <a:lnTo>
                  <a:pt x="23" y="1919"/>
                </a:lnTo>
                <a:cubicBezTo>
                  <a:pt x="-11" y="2153"/>
                  <a:pt x="-7" y="2391"/>
                  <a:pt x="35" y="2625"/>
                </a:cubicBezTo>
                <a:lnTo>
                  <a:pt x="409" y="2559"/>
                </a:lnTo>
                <a:cubicBezTo>
                  <a:pt x="443" y="2753"/>
                  <a:pt x="507" y="2941"/>
                  <a:pt x="599" y="3115"/>
                </a:cubicBezTo>
                <a:lnTo>
                  <a:pt x="263" y="3293"/>
                </a:lnTo>
                <a:cubicBezTo>
                  <a:pt x="374" y="3503"/>
                  <a:pt x="517" y="3693"/>
                  <a:pt x="687" y="3857"/>
                </a:cubicBezTo>
                <a:lnTo>
                  <a:pt x="951" y="3585"/>
                </a:lnTo>
                <a:cubicBezTo>
                  <a:pt x="1089" y="3718"/>
                  <a:pt x="1249" y="3833"/>
                  <a:pt x="1430" y="3922"/>
                </a:cubicBezTo>
                <a:cubicBezTo>
                  <a:pt x="1431" y="3922"/>
                  <a:pt x="1431" y="3922"/>
                  <a:pt x="1432" y="3923"/>
                </a:cubicBezTo>
                <a:lnTo>
                  <a:pt x="1265" y="4263"/>
                </a:lnTo>
                <a:cubicBezTo>
                  <a:pt x="1479" y="4367"/>
                  <a:pt x="1705" y="4438"/>
                  <a:pt x="1939" y="4471"/>
                </a:cubicBezTo>
                <a:lnTo>
                  <a:pt x="1993" y="4095"/>
                </a:lnTo>
                <a:cubicBezTo>
                  <a:pt x="2190" y="4123"/>
                  <a:pt x="2388" y="4119"/>
                  <a:pt x="2580" y="4085"/>
                </a:cubicBezTo>
                <a:lnTo>
                  <a:pt x="2645" y="4460"/>
                </a:lnTo>
                <a:cubicBezTo>
                  <a:pt x="2879" y="4419"/>
                  <a:pt x="3103" y="4342"/>
                  <a:pt x="3313" y="4231"/>
                </a:cubicBezTo>
                <a:lnTo>
                  <a:pt x="3135" y="3895"/>
                </a:lnTo>
                <a:cubicBezTo>
                  <a:pt x="3308" y="3804"/>
                  <a:pt x="3467" y="3686"/>
                  <a:pt x="3606" y="3544"/>
                </a:cubicBezTo>
                <a:lnTo>
                  <a:pt x="3878" y="3808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813;p25">
            <a:extLst>
              <a:ext uri="{FF2B5EF4-FFF2-40B4-BE49-F238E27FC236}">
                <a16:creationId xmlns:a16="http://schemas.microsoft.com/office/drawing/2014/main" id="{ECBAB6B8-8527-672B-993C-51507BE9F78D}"/>
              </a:ext>
            </a:extLst>
          </p:cNvPr>
          <p:cNvSpPr txBox="1"/>
          <p:nvPr/>
        </p:nvSpPr>
        <p:spPr>
          <a:xfrm>
            <a:off x="5077218" y="2379678"/>
            <a:ext cx="3266891" cy="266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0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دي الملفات اللي طلعت </a:t>
            </a:r>
            <a:r>
              <a:rPr lang="ar-EG" sz="2000" dirty="0" err="1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معايا</a:t>
            </a:r>
            <a:r>
              <a:rPr lang="ar-EG" sz="20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 خدتها </a:t>
            </a:r>
            <a:r>
              <a:rPr lang="ar-EG" sz="2000" dirty="0" err="1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وحطيتها</a:t>
            </a:r>
            <a:r>
              <a:rPr lang="ar-EG" sz="20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 علي </a:t>
            </a:r>
            <a:r>
              <a:rPr lang="en-US" sz="2000" dirty="0" err="1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powerbi</a:t>
            </a:r>
            <a:endParaRPr sz="2000" dirty="0">
              <a:solidFill>
                <a:schemeClr val="dk1"/>
              </a:solidFill>
              <a:latin typeface="Abd Elrady Pro" panose="020F0803030102020204" pitchFamily="34" charset="-78"/>
              <a:ea typeface="Lato"/>
              <a:cs typeface="Abd Elrady Pro" panose="020F0803030102020204" pitchFamily="34" charset="-78"/>
              <a:sym typeface="La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FB748E-9EC0-637E-5536-0F1063C53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91" y="1729818"/>
            <a:ext cx="3343275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7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Contents of this template</a:t>
            </a:r>
            <a:endParaRPr dirty="0"/>
          </a:p>
        </p:txBody>
      </p:sp>
      <p:grpSp>
        <p:nvGrpSpPr>
          <p:cNvPr id="841" name="Google Shape;841;p27"/>
          <p:cNvGrpSpPr/>
          <p:nvPr/>
        </p:nvGrpSpPr>
        <p:grpSpPr>
          <a:xfrm>
            <a:off x="247978" y="902744"/>
            <a:ext cx="9024608" cy="1013340"/>
            <a:chOff x="247978" y="902744"/>
            <a:chExt cx="9024608" cy="1013340"/>
          </a:xfrm>
        </p:grpSpPr>
        <p:grpSp>
          <p:nvGrpSpPr>
            <p:cNvPr id="842" name="Google Shape;842;p27"/>
            <p:cNvGrpSpPr/>
            <p:nvPr/>
          </p:nvGrpSpPr>
          <p:grpSpPr>
            <a:xfrm>
              <a:off x="8282554" y="902744"/>
              <a:ext cx="990031" cy="1013340"/>
              <a:chOff x="8264880" y="1119240"/>
              <a:chExt cx="1865520" cy="1909440"/>
            </a:xfrm>
          </p:grpSpPr>
          <p:sp>
            <p:nvSpPr>
              <p:cNvPr id="843" name="Google Shape;843;p27"/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7"/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7"/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27"/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27"/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27"/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" name="Google Shape;849;p27"/>
            <p:cNvSpPr/>
            <p:nvPr/>
          </p:nvSpPr>
          <p:spPr>
            <a:xfrm rot="5400000">
              <a:off x="369489" y="920615"/>
              <a:ext cx="371152" cy="614174"/>
            </a:xfrm>
            <a:custGeom>
              <a:avLst/>
              <a:gdLst/>
              <a:ahLst/>
              <a:cxnLst/>
              <a:rect l="l" t="t" r="r" b="b"/>
              <a:pathLst>
                <a:path w="1454" h="2406" extrusionOk="0">
                  <a:moveTo>
                    <a:pt x="1454" y="1260"/>
                  </a:moveTo>
                  <a:lnTo>
                    <a:pt x="727" y="0"/>
                  </a:lnTo>
                  <a:lnTo>
                    <a:pt x="0" y="1260"/>
                  </a:lnTo>
                  <a:lnTo>
                    <a:pt x="375" y="1260"/>
                  </a:lnTo>
                  <a:lnTo>
                    <a:pt x="375" y="2406"/>
                  </a:lnTo>
                  <a:lnTo>
                    <a:pt x="1079" y="2406"/>
                  </a:lnTo>
                  <a:lnTo>
                    <a:pt x="1079" y="1260"/>
                  </a:lnTo>
                  <a:lnTo>
                    <a:pt x="1454" y="1260"/>
                  </a:ln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" name="Google Shape;813;p25">
            <a:extLst>
              <a:ext uri="{FF2B5EF4-FFF2-40B4-BE49-F238E27FC236}">
                <a16:creationId xmlns:a16="http://schemas.microsoft.com/office/drawing/2014/main" id="{D171D91C-4B69-196E-D117-82869864AC09}"/>
              </a:ext>
            </a:extLst>
          </p:cNvPr>
          <p:cNvSpPr txBox="1"/>
          <p:nvPr/>
        </p:nvSpPr>
        <p:spPr>
          <a:xfrm>
            <a:off x="6807280" y="2571750"/>
            <a:ext cx="1707463" cy="57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8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دي</a:t>
            </a:r>
            <a:r>
              <a:rPr lang="en-US" sz="28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 relations </a:t>
            </a:r>
            <a:r>
              <a:rPr lang="ar-EG" sz="28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عملتها</a:t>
            </a:r>
            <a:endParaRPr sz="2800" dirty="0">
              <a:solidFill>
                <a:schemeClr val="dk1"/>
              </a:solidFill>
              <a:latin typeface="Abd Elrady Pro" panose="020F0803030102020204" pitchFamily="34" charset="-78"/>
              <a:ea typeface="Lato"/>
              <a:cs typeface="Abd Elrady Pro" panose="020F0803030102020204" pitchFamily="34" charset="-78"/>
              <a:sym typeface="La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5DDE4D-3C40-B23E-7B50-CFE3BFE88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89" y="1626640"/>
            <a:ext cx="5943600" cy="3158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9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Contents of this template</a:t>
            </a:r>
          </a:p>
        </p:txBody>
      </p:sp>
      <p:grpSp>
        <p:nvGrpSpPr>
          <p:cNvPr id="880" name="Google Shape;880;p29"/>
          <p:cNvGrpSpPr/>
          <p:nvPr/>
        </p:nvGrpSpPr>
        <p:grpSpPr>
          <a:xfrm flipH="1">
            <a:off x="246681" y="827877"/>
            <a:ext cx="1212404" cy="1240946"/>
            <a:chOff x="8264880" y="1119240"/>
            <a:chExt cx="1865520" cy="1909440"/>
          </a:xfrm>
        </p:grpSpPr>
        <p:sp>
          <p:nvSpPr>
            <p:cNvPr id="881" name="Google Shape;881;p29"/>
            <p:cNvSpPr/>
            <p:nvPr/>
          </p:nvSpPr>
          <p:spPr>
            <a:xfrm>
              <a:off x="9336240" y="2202840"/>
              <a:ext cx="190080" cy="199080"/>
            </a:xfrm>
            <a:custGeom>
              <a:avLst/>
              <a:gdLst/>
              <a:ahLst/>
              <a:cxnLst/>
              <a:rect l="l" t="t" r="r" b="b"/>
              <a:pathLst>
                <a:path w="528" h="553" extrusionOk="0">
                  <a:moveTo>
                    <a:pt x="0" y="0"/>
                  </a:moveTo>
                  <a:lnTo>
                    <a:pt x="528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9298800" y="2167200"/>
              <a:ext cx="264960" cy="270360"/>
            </a:xfrm>
            <a:custGeom>
              <a:avLst/>
              <a:gdLst/>
              <a:ahLst/>
              <a:cxnLst/>
              <a:rect l="l" t="t" r="r" b="b"/>
              <a:pathLst>
                <a:path w="736" h="751" extrusionOk="0">
                  <a:moveTo>
                    <a:pt x="527" y="751"/>
                  </a:moveTo>
                  <a:lnTo>
                    <a:pt x="736" y="553"/>
                  </a:lnTo>
                  <a:lnTo>
                    <a:pt x="208" y="0"/>
                  </a:lnTo>
                  <a:lnTo>
                    <a:pt x="0" y="198"/>
                  </a:lnTo>
                  <a:lnTo>
                    <a:pt x="527" y="751"/>
                  </a:ln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9428400" y="2303640"/>
              <a:ext cx="702000" cy="725040"/>
            </a:xfrm>
            <a:custGeom>
              <a:avLst/>
              <a:gdLst/>
              <a:ahLst/>
              <a:cxnLst/>
              <a:rect l="l" t="t" r="r" b="b"/>
              <a:pathLst>
                <a:path w="1950" h="2014" extrusionOk="0">
                  <a:moveTo>
                    <a:pt x="1950" y="1606"/>
                  </a:moveTo>
                  <a:cubicBezTo>
                    <a:pt x="1950" y="1660"/>
                    <a:pt x="1930" y="1713"/>
                    <a:pt x="1889" y="1752"/>
                  </a:cubicBezTo>
                  <a:lnTo>
                    <a:pt x="1747" y="1887"/>
                  </a:lnTo>
                  <a:lnTo>
                    <a:pt x="1671" y="1959"/>
                  </a:lnTo>
                  <a:cubicBezTo>
                    <a:pt x="1591" y="2036"/>
                    <a:pt x="1460" y="2030"/>
                    <a:pt x="1380" y="1946"/>
                  </a:cubicBezTo>
                  <a:lnTo>
                    <a:pt x="0" y="499"/>
                  </a:lnTo>
                  <a:lnTo>
                    <a:pt x="1" y="207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218" y="0"/>
                  </a:lnTo>
                  <a:lnTo>
                    <a:pt x="510" y="13"/>
                  </a:lnTo>
                  <a:lnTo>
                    <a:pt x="1890" y="1461"/>
                  </a:lnTo>
                  <a:cubicBezTo>
                    <a:pt x="1929" y="1501"/>
                    <a:pt x="1949" y="1554"/>
                    <a:pt x="1950" y="1606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9428400" y="2483280"/>
              <a:ext cx="702000" cy="545400"/>
            </a:xfrm>
            <a:custGeom>
              <a:avLst/>
              <a:gdLst/>
              <a:ahLst/>
              <a:cxnLst/>
              <a:rect l="l" t="t" r="r" b="b"/>
              <a:pathLst>
                <a:path w="1950" h="1515" extrusionOk="0">
                  <a:moveTo>
                    <a:pt x="1950" y="1107"/>
                  </a:moveTo>
                  <a:cubicBezTo>
                    <a:pt x="1950" y="1161"/>
                    <a:pt x="1930" y="1214"/>
                    <a:pt x="1889" y="1253"/>
                  </a:cubicBezTo>
                  <a:lnTo>
                    <a:pt x="1747" y="1388"/>
                  </a:lnTo>
                  <a:lnTo>
                    <a:pt x="1671" y="1460"/>
                  </a:lnTo>
                  <a:cubicBezTo>
                    <a:pt x="1591" y="1537"/>
                    <a:pt x="1460" y="1531"/>
                    <a:pt x="1380" y="1447"/>
                  </a:cubicBezTo>
                  <a:lnTo>
                    <a:pt x="0" y="0"/>
                  </a:lnTo>
                  <a:lnTo>
                    <a:pt x="1950" y="1107"/>
                  </a:lnTo>
                  <a:close/>
                </a:path>
              </a:pathLst>
            </a:custGeom>
            <a:solidFill>
              <a:srgbClr val="3E282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8338680" y="1193040"/>
              <a:ext cx="1150920" cy="1151280"/>
            </a:xfrm>
            <a:custGeom>
              <a:avLst/>
              <a:gdLst/>
              <a:ahLst/>
              <a:cxnLst/>
              <a:rect l="l" t="t" r="r" b="b"/>
              <a:pathLst>
                <a:path w="3197" h="3198" extrusionOk="0">
                  <a:moveTo>
                    <a:pt x="3197" y="1599"/>
                  </a:moveTo>
                  <a:cubicBezTo>
                    <a:pt x="3197" y="2404"/>
                    <a:pt x="2602" y="3070"/>
                    <a:pt x="1828" y="3181"/>
                  </a:cubicBezTo>
                  <a:cubicBezTo>
                    <a:pt x="1754" y="3192"/>
                    <a:pt x="1677" y="3198"/>
                    <a:pt x="1599" y="3198"/>
                  </a:cubicBezTo>
                  <a:cubicBezTo>
                    <a:pt x="1278" y="3198"/>
                    <a:pt x="979" y="3103"/>
                    <a:pt x="729" y="2940"/>
                  </a:cubicBezTo>
                  <a:cubicBezTo>
                    <a:pt x="622" y="2871"/>
                    <a:pt x="524" y="2789"/>
                    <a:pt x="437" y="2698"/>
                  </a:cubicBezTo>
                  <a:cubicBezTo>
                    <a:pt x="306" y="2558"/>
                    <a:pt x="198" y="2396"/>
                    <a:pt x="124" y="2216"/>
                  </a:cubicBezTo>
                  <a:cubicBezTo>
                    <a:pt x="44" y="2026"/>
                    <a:pt x="0" y="1818"/>
                    <a:pt x="0" y="1599"/>
                  </a:cubicBezTo>
                  <a:cubicBezTo>
                    <a:pt x="0" y="725"/>
                    <a:pt x="702" y="14"/>
                    <a:pt x="1573" y="1"/>
                  </a:cubicBezTo>
                  <a:cubicBezTo>
                    <a:pt x="1581" y="0"/>
                    <a:pt x="1590" y="0"/>
                    <a:pt x="1599" y="0"/>
                  </a:cubicBezTo>
                  <a:cubicBezTo>
                    <a:pt x="1789" y="0"/>
                    <a:pt x="1971" y="34"/>
                    <a:pt x="2140" y="94"/>
                  </a:cubicBezTo>
                  <a:cubicBezTo>
                    <a:pt x="2261" y="138"/>
                    <a:pt x="2374" y="195"/>
                    <a:pt x="2479" y="264"/>
                  </a:cubicBezTo>
                  <a:cubicBezTo>
                    <a:pt x="2798" y="475"/>
                    <a:pt x="3037" y="797"/>
                    <a:pt x="3141" y="1175"/>
                  </a:cubicBezTo>
                  <a:cubicBezTo>
                    <a:pt x="3178" y="1310"/>
                    <a:pt x="3197" y="1452"/>
                    <a:pt x="3197" y="1599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9"/>
            <p:cNvSpPr/>
            <p:nvPr/>
          </p:nvSpPr>
          <p:spPr>
            <a:xfrm>
              <a:off x="8264880" y="1119240"/>
              <a:ext cx="1298880" cy="1298520"/>
            </a:xfrm>
            <a:custGeom>
              <a:avLst/>
              <a:gdLst/>
              <a:ahLst/>
              <a:cxnLst/>
              <a:rect l="l" t="t" r="r" b="b"/>
              <a:pathLst>
                <a:path w="3608" h="3607" extrusionOk="0">
                  <a:moveTo>
                    <a:pt x="3152" y="2387"/>
                  </a:moveTo>
                  <a:cubicBezTo>
                    <a:pt x="2830" y="3130"/>
                    <a:pt x="1964" y="3473"/>
                    <a:pt x="1221" y="3152"/>
                  </a:cubicBezTo>
                  <a:cubicBezTo>
                    <a:pt x="478" y="2830"/>
                    <a:pt x="135" y="1964"/>
                    <a:pt x="456" y="1221"/>
                  </a:cubicBezTo>
                  <a:cubicBezTo>
                    <a:pt x="778" y="478"/>
                    <a:pt x="1644" y="135"/>
                    <a:pt x="2387" y="456"/>
                  </a:cubicBezTo>
                  <a:cubicBezTo>
                    <a:pt x="3130" y="778"/>
                    <a:pt x="3473" y="1644"/>
                    <a:pt x="3152" y="2387"/>
                  </a:cubicBezTo>
                  <a:moveTo>
                    <a:pt x="1088" y="3459"/>
                  </a:moveTo>
                  <a:cubicBezTo>
                    <a:pt x="2002" y="3854"/>
                    <a:pt x="3063" y="3434"/>
                    <a:pt x="3459" y="2520"/>
                  </a:cubicBezTo>
                  <a:cubicBezTo>
                    <a:pt x="3854" y="1606"/>
                    <a:pt x="3434" y="544"/>
                    <a:pt x="2520" y="149"/>
                  </a:cubicBezTo>
                  <a:cubicBezTo>
                    <a:pt x="1606" y="-246"/>
                    <a:pt x="544" y="174"/>
                    <a:pt x="149" y="1088"/>
                  </a:cubicBezTo>
                  <a:cubicBezTo>
                    <a:pt x="-247" y="2002"/>
                    <a:pt x="174" y="3064"/>
                    <a:pt x="1088" y="3459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Google Shape;813;p25">
            <a:extLst>
              <a:ext uri="{FF2B5EF4-FFF2-40B4-BE49-F238E27FC236}">
                <a16:creationId xmlns:a16="http://schemas.microsoft.com/office/drawing/2014/main" id="{57808EF3-E76D-EDD6-AB90-10BA9835F79A}"/>
              </a:ext>
            </a:extLst>
          </p:cNvPr>
          <p:cNvSpPr txBox="1"/>
          <p:nvPr/>
        </p:nvSpPr>
        <p:spPr>
          <a:xfrm>
            <a:off x="5850110" y="2441641"/>
            <a:ext cx="2877056" cy="2660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0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دول </a:t>
            </a:r>
            <a:r>
              <a:rPr lang="en-US" sz="20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measures </a:t>
            </a:r>
            <a:r>
              <a:rPr lang="ar-EG" sz="20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عملتهم عشان احسب أرباح وتكاليف وهكذا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7AB272-92E0-717F-E2B3-A5FE33C4A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41" y="2130685"/>
            <a:ext cx="5334635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581C4D-8545-15B3-3B4F-6E9EFFDEF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1" y="1813606"/>
            <a:ext cx="5894936" cy="344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DF82CA-345C-F7C4-B178-FCF2C7774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912" y="3629451"/>
            <a:ext cx="2960991" cy="1181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BA6DBC-72FA-7646-77C6-675196391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927" y="3632004"/>
            <a:ext cx="5086985" cy="1181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A00962-08F2-C40F-6E32-A72659BDEC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927" y="2735563"/>
            <a:ext cx="4810020" cy="938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C81BDE-367E-586D-4912-8735EBD750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927" y="2433911"/>
            <a:ext cx="4391025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41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Contents of this template</a:t>
            </a:r>
            <a:endParaRPr dirty="0"/>
          </a:p>
        </p:txBody>
      </p:sp>
      <p:sp>
        <p:nvSpPr>
          <p:cNvPr id="1496" name="Google Shape;1496;p41"/>
          <p:cNvSpPr/>
          <p:nvPr/>
        </p:nvSpPr>
        <p:spPr>
          <a:xfrm rot="5400000">
            <a:off x="369489" y="920615"/>
            <a:ext cx="371152" cy="614174"/>
          </a:xfrm>
          <a:custGeom>
            <a:avLst/>
            <a:gdLst/>
            <a:ahLst/>
            <a:cxnLst/>
            <a:rect l="l" t="t" r="r" b="b"/>
            <a:pathLst>
              <a:path w="1454" h="2406" extrusionOk="0">
                <a:moveTo>
                  <a:pt x="1454" y="1260"/>
                </a:moveTo>
                <a:lnTo>
                  <a:pt x="727" y="0"/>
                </a:lnTo>
                <a:lnTo>
                  <a:pt x="0" y="1260"/>
                </a:lnTo>
                <a:lnTo>
                  <a:pt x="375" y="1260"/>
                </a:lnTo>
                <a:lnTo>
                  <a:pt x="375" y="2406"/>
                </a:lnTo>
                <a:lnTo>
                  <a:pt x="1079" y="2406"/>
                </a:lnTo>
                <a:lnTo>
                  <a:pt x="1079" y="1260"/>
                </a:lnTo>
                <a:lnTo>
                  <a:pt x="1454" y="1260"/>
                </a:ln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13;p25">
            <a:extLst>
              <a:ext uri="{FF2B5EF4-FFF2-40B4-BE49-F238E27FC236}">
                <a16:creationId xmlns:a16="http://schemas.microsoft.com/office/drawing/2014/main" id="{D938B7FA-6031-D054-972F-22C28351997B}"/>
              </a:ext>
            </a:extLst>
          </p:cNvPr>
          <p:cNvSpPr txBox="1"/>
          <p:nvPr/>
        </p:nvSpPr>
        <p:spPr>
          <a:xfrm>
            <a:off x="6652080" y="1620320"/>
            <a:ext cx="1936855" cy="290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000" dirty="0" err="1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دا</a:t>
            </a:r>
            <a:r>
              <a:rPr lang="ar-EG" sz="20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 بقي الشكل النهائي </a:t>
            </a:r>
            <a:r>
              <a:rPr lang="ar-EG" sz="2000" dirty="0" err="1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لل</a:t>
            </a:r>
            <a:r>
              <a:rPr lang="en-US" sz="2000" dirty="0">
                <a:solidFill>
                  <a:schemeClr val="dk1"/>
                </a:solidFill>
                <a:latin typeface="Abd Elrady Pro" panose="020F0803030102020204" pitchFamily="34" charset="-78"/>
                <a:ea typeface="Lato"/>
                <a:cs typeface="Abd Elrady Pro" panose="020F0803030102020204" pitchFamily="34" charset="-78"/>
                <a:sym typeface="Lato"/>
              </a:rPr>
              <a:t>project </a:t>
            </a:r>
            <a:endParaRPr sz="2000" dirty="0">
              <a:solidFill>
                <a:schemeClr val="dk1"/>
              </a:solidFill>
              <a:latin typeface="Abd Elrady Pro" panose="020F0803030102020204" pitchFamily="34" charset="-78"/>
              <a:ea typeface="Lato"/>
              <a:cs typeface="Abd Elrady Pro" panose="020F0803030102020204" pitchFamily="34" charset="-78"/>
              <a:sym typeface="La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742962-0323-4F5F-6A01-59D8447E6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23" y="1469675"/>
            <a:ext cx="5879860" cy="3302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43"/>
          <p:cNvSpPr txBox="1">
            <a:spLocks noGrp="1"/>
          </p:cNvSpPr>
          <p:nvPr>
            <p:ph type="title"/>
          </p:nvPr>
        </p:nvSpPr>
        <p:spPr>
          <a:xfrm>
            <a:off x="2347938" y="7851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33" name="Google Shape;1533;p43"/>
          <p:cNvSpPr txBox="1">
            <a:spLocks noGrp="1"/>
          </p:cNvSpPr>
          <p:nvPr>
            <p:ph type="subTitle" idx="1"/>
          </p:nvPr>
        </p:nvSpPr>
        <p:spPr>
          <a:xfrm>
            <a:off x="2347900" y="1881324"/>
            <a:ext cx="4448100" cy="1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Fake-email@gmail.com</a:t>
            </a:r>
            <a:br>
              <a:rPr lang="en-US" dirty="0"/>
            </a:br>
            <a:r>
              <a:rPr lang="en-US" dirty="0"/>
              <a:t>=)</a:t>
            </a:r>
            <a:endParaRPr dirty="0"/>
          </a:p>
        </p:txBody>
      </p:sp>
      <p:sp>
        <p:nvSpPr>
          <p:cNvPr id="1534" name="Google Shape;1534;p43"/>
          <p:cNvSpPr txBox="1"/>
          <p:nvPr/>
        </p:nvSpPr>
        <p:spPr>
          <a:xfrm>
            <a:off x="2496150" y="4343607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5EAB69-CBC4-1FC3-128F-6BAB7EC637A6}"/>
              </a:ext>
            </a:extLst>
          </p:cNvPr>
          <p:cNvSpPr/>
          <p:nvPr/>
        </p:nvSpPr>
        <p:spPr>
          <a:xfrm>
            <a:off x="2050473" y="3545308"/>
            <a:ext cx="5140036" cy="1058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Analysis and Statistics - 5th grade by Slidesgo">
  <a:themeElements>
    <a:clrScheme name="Simple Light">
      <a:dk1>
        <a:srgbClr val="3C2C31"/>
      </a:dk1>
      <a:lt1>
        <a:srgbClr val="E24E42"/>
      </a:lt1>
      <a:dk2>
        <a:srgbClr val="E9B000"/>
      </a:dk2>
      <a:lt2>
        <a:srgbClr val="008F95"/>
      </a:lt2>
      <a:accent1>
        <a:srgbClr val="DDFBFC"/>
      </a:accent1>
      <a:accent2>
        <a:srgbClr val="EB6E80"/>
      </a:accent2>
      <a:accent3>
        <a:srgbClr val="F8D2D2"/>
      </a:accent3>
      <a:accent4>
        <a:srgbClr val="FAEBEB"/>
      </a:accent4>
      <a:accent5>
        <a:srgbClr val="FFFFFF"/>
      </a:accent5>
      <a:accent6>
        <a:srgbClr val="FFFFFF"/>
      </a:accent6>
      <a:hlink>
        <a:srgbClr val="3C2C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84</Words>
  <Application>Microsoft Office PowerPoint</Application>
  <PresentationFormat>On-screen Show (16:9)</PresentationFormat>
  <Paragraphs>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Abd Elrady Pro</vt:lpstr>
      <vt:lpstr>Bebas Neue</vt:lpstr>
      <vt:lpstr>Lato</vt:lpstr>
      <vt:lpstr>Days One</vt:lpstr>
      <vt:lpstr>Darker Grotesque SemiBold</vt:lpstr>
      <vt:lpstr>Arial</vt:lpstr>
      <vt:lpstr>Data Analysis and Statistics - 5th grade by Slidesgo</vt:lpstr>
      <vt:lpstr>Data Analysis final project</vt:lpstr>
      <vt:lpstr>Contents of this template</vt:lpstr>
      <vt:lpstr>Contents of this template</vt:lpstr>
      <vt:lpstr>Contents of this template</vt:lpstr>
      <vt:lpstr>Contents of this template</vt:lpstr>
      <vt:lpstr>Contents of this template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M. Abdelaziz</dc:creator>
  <cp:lastModifiedBy>Ahmed M. Abdelaziz</cp:lastModifiedBy>
  <cp:revision>3</cp:revision>
  <dcterms:modified xsi:type="dcterms:W3CDTF">2026-08-06T15:28:52Z</dcterms:modified>
</cp:coreProperties>
</file>